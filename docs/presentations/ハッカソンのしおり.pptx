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60" r:id="rId4"/>
  </p:sldMasterIdLst>
  <p:notesMasterIdLst>
    <p:notesMasterId r:id="rId13"/>
  </p:notesMasterIdLst>
  <p:handoutMasterIdLst>
    <p:handoutMasterId r:id="rId14"/>
  </p:handoutMasterIdLst>
  <p:sldIdLst>
    <p:sldId id="6120" r:id="rId5"/>
    <p:sldId id="6155" r:id="rId6"/>
    <p:sldId id="6253" r:id="rId7"/>
    <p:sldId id="6254" r:id="rId8"/>
    <p:sldId id="6258" r:id="rId9"/>
    <p:sldId id="6255" r:id="rId10"/>
    <p:sldId id="6256" r:id="rId11"/>
    <p:sldId id="6117" r:id="rId12"/>
  </p:sldIdLst>
  <p:sldSz cx="12192000" cy="6858000"/>
  <p:notesSz cx="6735763" cy="9866313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7C5A6A52-DB1C-4006-9C1E-4C53F09F7890}">
          <p14:sldIdLst>
            <p14:sldId id="6120"/>
            <p14:sldId id="6155"/>
            <p14:sldId id="6253"/>
            <p14:sldId id="6254"/>
            <p14:sldId id="6258"/>
            <p14:sldId id="6255"/>
            <p14:sldId id="6256"/>
            <p14:sldId id="611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110" userDrawn="1">
          <p15:clr>
            <a:srgbClr val="A4A3A4"/>
          </p15:clr>
        </p15:guide>
        <p15:guide id="2" pos="7525" userDrawn="1">
          <p15:clr>
            <a:srgbClr val="A4A3A4"/>
          </p15:clr>
        </p15:guide>
        <p15:guide id="3" pos="155" userDrawn="1">
          <p15:clr>
            <a:srgbClr val="A4A3A4"/>
          </p15:clr>
        </p15:guide>
        <p15:guide id="4" orient="horz" pos="527" userDrawn="1">
          <p15:clr>
            <a:srgbClr val="A4A3A4"/>
          </p15:clr>
        </p15:guide>
        <p15:guide id="5" pos="501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成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889F7"/>
    <a:srgbClr val="212639"/>
    <a:srgbClr val="FFFFFF"/>
    <a:srgbClr val="0066FF"/>
    <a:srgbClr val="1A6438"/>
    <a:srgbClr val="FF55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44"/>
    <p:restoredTop sz="94767"/>
  </p:normalViewPr>
  <p:slideViewPr>
    <p:cSldViewPr snapToGrid="0">
      <p:cViewPr varScale="1">
        <p:scale>
          <a:sx n="113" d="100"/>
          <a:sy n="113" d="100"/>
        </p:scale>
        <p:origin x="592" y="176"/>
      </p:cViewPr>
      <p:guideLst>
        <p:guide orient="horz" pos="4110"/>
        <p:guide pos="7525"/>
        <p:guide pos="155"/>
        <p:guide orient="horz" pos="527"/>
        <p:guide pos="501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稲垣 祐紀 システム開発統括部 コーポレートソリューション部 ストアアプリケーションG　CH" userId="S::y-inagaki@cainz.co.jp::649c8cbc-610a-4249-87e2-82d4aae21ab5" providerId="AD" clId="Web-{3DC5E4C0-EB65-211E-7886-0D6351B1A47D}"/>
    <pc:docChg chg="modSld">
      <pc:chgData name="稲垣 祐紀 システム開発統括部 コーポレートソリューション部 ストアアプリケーションG　CH" userId="S::y-inagaki@cainz.co.jp::649c8cbc-610a-4249-87e2-82d4aae21ab5" providerId="AD" clId="Web-{3DC5E4C0-EB65-211E-7886-0D6351B1A47D}" dt="2025-12-25T06:48:43.091" v="117" actId="20577"/>
      <pc:docMkLst>
        <pc:docMk/>
      </pc:docMkLst>
    </pc:docChg>
  </pc:docChgLst>
  <pc:docChgLst>
    <pc:chgData name="崎濱 美希子 システム開発統括部 コーポレートソリューション部 コーポレートオペレーションG　CH" userId="S::m-sakihama@cainz.co.jp::b9fbfa06-1202-4fc2-a956-e9ac018d1274" providerId="AD" clId="Web-{6B9ED666-269B-A2B3-49FD-9E3D7AE0E8FE}"/>
    <pc:docChg chg="modSld">
      <pc:chgData name="崎濱 美希子 システム開発統括部 コーポレートソリューション部 コーポレートオペレーションG　CH" userId="S::m-sakihama@cainz.co.jp::b9fbfa06-1202-4fc2-a956-e9ac018d1274" providerId="AD" clId="Web-{6B9ED666-269B-A2B3-49FD-9E3D7AE0E8FE}" dt="2026-01-19T09:09:13.437" v="39" actId="20577"/>
      <pc:docMkLst>
        <pc:docMk/>
      </pc:docMkLst>
      <pc:sldChg chg="modSp">
        <pc:chgData name="崎濱 美希子 システム開発統括部 コーポレートソリューション部 コーポレートオペレーションG　CH" userId="S::m-sakihama@cainz.co.jp::b9fbfa06-1202-4fc2-a956-e9ac018d1274" providerId="AD" clId="Web-{6B9ED666-269B-A2B3-49FD-9E3D7AE0E8FE}" dt="2026-01-19T08:13:25.376" v="7" actId="14100"/>
        <pc:sldMkLst>
          <pc:docMk/>
          <pc:sldMk cId="4211253441" sldId="6253"/>
        </pc:sldMkLst>
        <pc:spChg chg="mod">
          <ac:chgData name="崎濱 美希子 システム開発統括部 コーポレートソリューション部 コーポレートオペレーションG　CH" userId="S::m-sakihama@cainz.co.jp::b9fbfa06-1202-4fc2-a956-e9ac018d1274" providerId="AD" clId="Web-{6B9ED666-269B-A2B3-49FD-9E3D7AE0E8FE}" dt="2026-01-19T08:13:22.719" v="6" actId="20577"/>
          <ac:spMkLst>
            <pc:docMk/>
            <pc:sldMk cId="4211253441" sldId="6253"/>
            <ac:spMk id="2" creationId="{08C5F330-7A06-0BDF-F02E-E08FCC768C19}"/>
          </ac:spMkLst>
        </pc:spChg>
        <pc:spChg chg="mod">
          <ac:chgData name="崎濱 美希子 システム開発統括部 コーポレートソリューション部 コーポレートオペレーションG　CH" userId="S::m-sakihama@cainz.co.jp::b9fbfa06-1202-4fc2-a956-e9ac018d1274" providerId="AD" clId="Web-{6B9ED666-269B-A2B3-49FD-9E3D7AE0E8FE}" dt="2026-01-19T08:13:25.376" v="7" actId="14100"/>
          <ac:spMkLst>
            <pc:docMk/>
            <pc:sldMk cId="4211253441" sldId="6253"/>
            <ac:spMk id="4" creationId="{91B20EEA-C2D5-DB77-403F-5C03D142162C}"/>
          </ac:spMkLst>
        </pc:spChg>
      </pc:sldChg>
      <pc:sldChg chg="addSp delSp modSp">
        <pc:chgData name="崎濱 美希子 システム開発統括部 コーポレートソリューション部 コーポレートオペレーションG　CH" userId="S::m-sakihama@cainz.co.jp::b9fbfa06-1202-4fc2-a956-e9ac018d1274" providerId="AD" clId="Web-{6B9ED666-269B-A2B3-49FD-9E3D7AE0E8FE}" dt="2026-01-19T09:08:12.291" v="38" actId="20577"/>
        <pc:sldMkLst>
          <pc:docMk/>
          <pc:sldMk cId="3684701113" sldId="6254"/>
        </pc:sldMkLst>
        <pc:spChg chg="add del mod">
          <ac:chgData name="崎濱 美希子 システム開発統括部 コーポレートソリューション部 コーポレートオペレーションG　CH" userId="S::m-sakihama@cainz.co.jp::b9fbfa06-1202-4fc2-a956-e9ac018d1274" providerId="AD" clId="Web-{6B9ED666-269B-A2B3-49FD-9E3D7AE0E8FE}" dt="2026-01-19T09:06:32.633" v="17"/>
          <ac:spMkLst>
            <pc:docMk/>
            <pc:sldMk cId="3684701113" sldId="6254"/>
            <ac:spMk id="4" creationId="{53567BCD-177B-62D1-9C27-C7E33233BAC8}"/>
          </ac:spMkLst>
        </pc:spChg>
        <pc:spChg chg="mod">
          <ac:chgData name="崎濱 美希子 システム開発統括部 コーポレートソリューション部 コーポレートオペレーションG　CH" userId="S::m-sakihama@cainz.co.jp::b9fbfa06-1202-4fc2-a956-e9ac018d1274" providerId="AD" clId="Web-{6B9ED666-269B-A2B3-49FD-9E3D7AE0E8FE}" dt="2026-01-19T09:07:09.180" v="19" actId="1076"/>
          <ac:spMkLst>
            <pc:docMk/>
            <pc:sldMk cId="3684701113" sldId="6254"/>
            <ac:spMk id="6" creationId="{88E48A5D-5F4A-67C3-48FC-A53BF9371E91}"/>
          </ac:spMkLst>
        </pc:spChg>
        <pc:spChg chg="add mod">
          <ac:chgData name="崎濱 美希子 システム開発統括部 コーポレートソリューション部 コーポレートオペレーションG　CH" userId="S::m-sakihama@cainz.co.jp::b9fbfa06-1202-4fc2-a956-e9ac018d1274" providerId="AD" clId="Web-{6B9ED666-269B-A2B3-49FD-9E3D7AE0E8FE}" dt="2026-01-19T09:08:12.291" v="38" actId="20577"/>
          <ac:spMkLst>
            <pc:docMk/>
            <pc:sldMk cId="3684701113" sldId="6254"/>
            <ac:spMk id="9" creationId="{E138FC3C-2C6D-607D-BF05-B9FBAC3E2DF3}"/>
          </ac:spMkLst>
        </pc:spChg>
      </pc:sldChg>
      <pc:sldChg chg="modSp">
        <pc:chgData name="崎濱 美希子 システム開発統括部 コーポレートソリューション部 コーポレートオペレーションG　CH" userId="S::m-sakihama@cainz.co.jp::b9fbfa06-1202-4fc2-a956-e9ac018d1274" providerId="AD" clId="Web-{6B9ED666-269B-A2B3-49FD-9E3D7AE0E8FE}" dt="2026-01-19T09:09:13.437" v="39" actId="20577"/>
        <pc:sldMkLst>
          <pc:docMk/>
          <pc:sldMk cId="1499835470" sldId="6255"/>
        </pc:sldMkLst>
        <pc:spChg chg="mod">
          <ac:chgData name="崎濱 美希子 システム開発統括部 コーポレートソリューション部 コーポレートオペレーションG　CH" userId="S::m-sakihama@cainz.co.jp::b9fbfa06-1202-4fc2-a956-e9ac018d1274" providerId="AD" clId="Web-{6B9ED666-269B-A2B3-49FD-9E3D7AE0E8FE}" dt="2026-01-19T09:09:13.437" v="39" actId="20577"/>
          <ac:spMkLst>
            <pc:docMk/>
            <pc:sldMk cId="1499835470" sldId="6255"/>
            <ac:spMk id="2" creationId="{08C5F330-7A06-0BDF-F02E-E08FCC768C19}"/>
          </ac:spMkLst>
        </pc:spChg>
      </pc:sldChg>
    </pc:docChg>
  </pc:docChgLst>
  <pc:docChgLst>
    <pc:chgData name="稲垣 祐紀 システム開発統括部 コーポレートソリューション部 ストアアプリケーションG　CH" userId="S::y-inagaki@cainz.co.jp::649c8cbc-610a-4249-87e2-82d4aae21ab5" providerId="AD" clId="Web-{D6D03891-1401-DF69-3F4F-C95817EEEA88}"/>
    <pc:docChg chg="modSld">
      <pc:chgData name="稲垣 祐紀 システム開発統括部 コーポレートソリューション部 ストアアプリケーションG　CH" userId="S::y-inagaki@cainz.co.jp::649c8cbc-610a-4249-87e2-82d4aae21ab5" providerId="AD" clId="Web-{D6D03891-1401-DF69-3F4F-C95817EEEA88}" dt="2025-12-24T06:31:45.418" v="43" actId="20577"/>
      <pc:docMkLst>
        <pc:docMk/>
      </pc:docMkLst>
    </pc:docChg>
  </pc:docChgLst>
  <pc:docChgLst>
    <pc:chgData name="崎濱 美希子 システム開発統括部 コーポレートソリューション部 コーポレートオペレーションG　CH" userId="b9fbfa06-1202-4fc2-a956-e9ac018d1274" providerId="ADAL" clId="{39A6E3D2-0610-C04A-93FE-AD3989E3A504}"/>
    <pc:docChg chg="undo custSel addSld modSld modSection">
      <pc:chgData name="崎濱 美希子 システム開発統括部 コーポレートソリューション部 コーポレートオペレーションG　CH" userId="b9fbfa06-1202-4fc2-a956-e9ac018d1274" providerId="ADAL" clId="{39A6E3D2-0610-C04A-93FE-AD3989E3A504}" dt="2026-01-27T07:11:55.009" v="156" actId="20577"/>
      <pc:docMkLst>
        <pc:docMk/>
      </pc:docMkLst>
      <pc:sldChg chg="modSp mod">
        <pc:chgData name="崎濱 美希子 システム開発統括部 コーポレートソリューション部 コーポレートオペレーションG　CH" userId="b9fbfa06-1202-4fc2-a956-e9ac018d1274" providerId="ADAL" clId="{39A6E3D2-0610-C04A-93FE-AD3989E3A504}" dt="2026-01-27T07:11:55.009" v="156" actId="20577"/>
        <pc:sldMkLst>
          <pc:docMk/>
          <pc:sldMk cId="4211253441" sldId="6253"/>
        </pc:sldMkLst>
        <pc:spChg chg="mod">
          <ac:chgData name="崎濱 美希子 システム開発統括部 コーポレートソリューション部 コーポレートオペレーションG　CH" userId="b9fbfa06-1202-4fc2-a956-e9ac018d1274" providerId="ADAL" clId="{39A6E3D2-0610-C04A-93FE-AD3989E3A504}" dt="2026-01-27T07:11:55.009" v="156" actId="20577"/>
          <ac:spMkLst>
            <pc:docMk/>
            <pc:sldMk cId="4211253441" sldId="6253"/>
            <ac:spMk id="4" creationId="{91B20EEA-C2D5-DB77-403F-5C03D142162C}"/>
          </ac:spMkLst>
        </pc:spChg>
      </pc:sldChg>
      <pc:sldChg chg="addSp delSp modSp new mod">
        <pc:chgData name="崎濱 美希子 システム開発統括部 コーポレートソリューション部 コーポレートオペレーションG　CH" userId="b9fbfa06-1202-4fc2-a956-e9ac018d1274" providerId="ADAL" clId="{39A6E3D2-0610-C04A-93FE-AD3989E3A504}" dt="2026-01-27T07:11:04.492" v="144" actId="20577"/>
        <pc:sldMkLst>
          <pc:docMk/>
          <pc:sldMk cId="3187597896" sldId="6257"/>
        </pc:sldMkLst>
        <pc:spChg chg="del">
          <ac:chgData name="崎濱 美希子 システム開発統括部 コーポレートソリューション部 コーポレートオペレーションG　CH" userId="b9fbfa06-1202-4fc2-a956-e9ac018d1274" providerId="ADAL" clId="{39A6E3D2-0610-C04A-93FE-AD3989E3A504}" dt="2026-01-27T05:27:00.305" v="11" actId="478"/>
          <ac:spMkLst>
            <pc:docMk/>
            <pc:sldMk cId="3187597896" sldId="6257"/>
            <ac:spMk id="2" creationId="{2282484A-FEA3-8EF2-BADD-CD90656F5224}"/>
          </ac:spMkLst>
        </pc:spChg>
        <pc:spChg chg="mod">
          <ac:chgData name="崎濱 美希子 システム開発統括部 コーポレートソリューション部 コーポレートオペレーションG　CH" userId="b9fbfa06-1202-4fc2-a956-e9ac018d1274" providerId="ADAL" clId="{39A6E3D2-0610-C04A-93FE-AD3989E3A504}" dt="2026-01-27T05:26:57.368" v="10" actId="20577"/>
          <ac:spMkLst>
            <pc:docMk/>
            <pc:sldMk cId="3187597896" sldId="6257"/>
            <ac:spMk id="3" creationId="{A67A5003-B589-7AF3-7CA5-C6CC47478BB0}"/>
          </ac:spMkLst>
        </pc:spChg>
        <pc:spChg chg="add mod">
          <ac:chgData name="崎濱 美希子 システム開発統括部 コーポレートソリューション部 コーポレートオペレーションG　CH" userId="b9fbfa06-1202-4fc2-a956-e9ac018d1274" providerId="ADAL" clId="{39A6E3D2-0610-C04A-93FE-AD3989E3A504}" dt="2026-01-27T07:11:04.492" v="144" actId="20577"/>
          <ac:spMkLst>
            <pc:docMk/>
            <pc:sldMk cId="3187597896" sldId="6257"/>
            <ac:spMk id="6" creationId="{728A5349-6CDE-CB67-0ACA-0DBF4CFD34A3}"/>
          </ac:spMkLst>
        </pc:spChg>
        <pc:graphicFrameChg chg="add mod modGraphic">
          <ac:chgData name="崎濱 美希子 システム開発統括部 コーポレートソリューション部 コーポレートオペレーションG　CH" userId="b9fbfa06-1202-4fc2-a956-e9ac018d1274" providerId="ADAL" clId="{39A6E3D2-0610-C04A-93FE-AD3989E3A504}" dt="2026-01-27T05:29:56.883" v="42" actId="1076"/>
          <ac:graphicFrameMkLst>
            <pc:docMk/>
            <pc:sldMk cId="3187597896" sldId="6257"/>
            <ac:graphicFrameMk id="4" creationId="{FA709BBC-A24E-0434-4D5E-DE3B014A596B}"/>
          </ac:graphicFrameMkLst>
        </pc:graphicFrameChg>
        <pc:graphicFrameChg chg="add mod modGraphic">
          <ac:chgData name="崎濱 美希子 システム開発統括部 コーポレートソリューション部 コーポレートオペレーションG　CH" userId="b9fbfa06-1202-4fc2-a956-e9ac018d1274" providerId="ADAL" clId="{39A6E3D2-0610-C04A-93FE-AD3989E3A504}" dt="2026-01-27T05:30:01.083" v="43" actId="1076"/>
          <ac:graphicFrameMkLst>
            <pc:docMk/>
            <pc:sldMk cId="3187597896" sldId="6257"/>
            <ac:graphicFrameMk id="5" creationId="{6F702094-C7F7-ECCE-68C4-B388C07E1830}"/>
          </ac:graphicFrameMkLst>
        </pc:graphicFrameChg>
      </pc:sldChg>
    </pc:docChg>
  </pc:docChgLst>
  <pc:docChgLst>
    <pc:chgData name="崎濱 美希子 システム開発 コーポレートソリューション部 WebスクラムG　CH" userId="b9fbfa06-1202-4fc2-a956-e9ac018d1274" providerId="ADAL" clId="{39A6E3D2-0610-C04A-93FE-AD3989E3A504}"/>
    <pc:docChg chg="undo redo custSel addSld delSld modSld modSection">
      <pc:chgData name="崎濱 美希子 システム開発 コーポレートソリューション部 WebスクラムG　CH" userId="b9fbfa06-1202-4fc2-a956-e9ac018d1274" providerId="ADAL" clId="{39A6E3D2-0610-C04A-93FE-AD3989E3A504}" dt="2026-01-28T09:04:48.024" v="364" actId="113"/>
      <pc:docMkLst>
        <pc:docMk/>
      </pc:docMkLst>
      <pc:sldChg chg="modSp mod">
        <pc:chgData name="崎濱 美希子 システム開発 コーポレートソリューション部 WebスクラムG　CH" userId="b9fbfa06-1202-4fc2-a956-e9ac018d1274" providerId="ADAL" clId="{39A6E3D2-0610-C04A-93FE-AD3989E3A504}" dt="2026-01-22T02:15:52.780" v="25" actId="20577"/>
        <pc:sldMkLst>
          <pc:docMk/>
          <pc:sldMk cId="3925957755" sldId="6120"/>
        </pc:sldMkLst>
        <pc:spChg chg="mod">
          <ac:chgData name="崎濱 美希子 システム開発 コーポレートソリューション部 WebスクラムG　CH" userId="b9fbfa06-1202-4fc2-a956-e9ac018d1274" providerId="ADAL" clId="{39A6E3D2-0610-C04A-93FE-AD3989E3A504}" dt="2026-01-22T02:15:52.780" v="25" actId="20577"/>
          <ac:spMkLst>
            <pc:docMk/>
            <pc:sldMk cId="3925957755" sldId="6120"/>
            <ac:spMk id="3" creationId="{B275490A-77C0-D88D-93FD-F624282B7462}"/>
          </ac:spMkLst>
        </pc:spChg>
      </pc:sldChg>
      <pc:sldChg chg="modSp mod">
        <pc:chgData name="崎濱 美希子 システム開発 コーポレートソリューション部 WebスクラムG　CH" userId="b9fbfa06-1202-4fc2-a956-e9ac018d1274" providerId="ADAL" clId="{39A6E3D2-0610-C04A-93FE-AD3989E3A504}" dt="2026-01-28T08:14:14.769" v="166" actId="20577"/>
        <pc:sldMkLst>
          <pc:docMk/>
          <pc:sldMk cId="800667335" sldId="6155"/>
        </pc:sldMkLst>
        <pc:spChg chg="mod">
          <ac:chgData name="崎濱 美希子 システム開発 コーポレートソリューション部 WebスクラムG　CH" userId="b9fbfa06-1202-4fc2-a956-e9ac018d1274" providerId="ADAL" clId="{39A6E3D2-0610-C04A-93FE-AD3989E3A504}" dt="2026-01-28T08:14:14.769" v="166" actId="20577"/>
          <ac:spMkLst>
            <pc:docMk/>
            <pc:sldMk cId="800667335" sldId="6155"/>
            <ac:spMk id="13" creationId="{96586665-A92D-2CFB-ADDC-B98F2D4BD440}"/>
          </ac:spMkLst>
        </pc:spChg>
      </pc:sldChg>
      <pc:sldChg chg="addSp delSp modSp mod">
        <pc:chgData name="崎濱 美希子 システム開発 コーポレートソリューション部 WebスクラムG　CH" userId="b9fbfa06-1202-4fc2-a956-e9ac018d1274" providerId="ADAL" clId="{39A6E3D2-0610-C04A-93FE-AD3989E3A504}" dt="2026-01-28T09:04:48.024" v="364" actId="113"/>
        <pc:sldMkLst>
          <pc:docMk/>
          <pc:sldMk cId="3684701113" sldId="6254"/>
        </pc:sldMkLst>
        <pc:spChg chg="mod">
          <ac:chgData name="崎濱 美希子 システム開発 コーポレートソリューション部 WebスクラムG　CH" userId="b9fbfa06-1202-4fc2-a956-e9ac018d1274" providerId="ADAL" clId="{39A6E3D2-0610-C04A-93FE-AD3989E3A504}" dt="2026-01-28T09:04:48.024" v="364" actId="113"/>
          <ac:spMkLst>
            <pc:docMk/>
            <pc:sldMk cId="3684701113" sldId="6254"/>
            <ac:spMk id="2" creationId="{08C5F330-7A06-0BDF-F02E-E08FCC768C19}"/>
          </ac:spMkLst>
        </pc:spChg>
        <pc:spChg chg="mod">
          <ac:chgData name="崎濱 美希子 システム開発 コーポレートソリューション部 WebスクラムG　CH" userId="b9fbfa06-1202-4fc2-a956-e9ac018d1274" providerId="ADAL" clId="{39A6E3D2-0610-C04A-93FE-AD3989E3A504}" dt="2026-01-28T08:56:11.825" v="186" actId="20577"/>
          <ac:spMkLst>
            <pc:docMk/>
            <pc:sldMk cId="3684701113" sldId="6254"/>
            <ac:spMk id="3" creationId="{FA8340F3-0875-E718-28AE-6D06161FEFF8}"/>
          </ac:spMkLst>
        </pc:spChg>
        <pc:spChg chg="add del mod">
          <ac:chgData name="崎濱 美希子 システム開発 コーポレートソリューション部 WebスクラムG　CH" userId="b9fbfa06-1202-4fc2-a956-e9ac018d1274" providerId="ADAL" clId="{39A6E3D2-0610-C04A-93FE-AD3989E3A504}" dt="2026-01-28T08:56:11.969" v="187" actId="478"/>
          <ac:spMkLst>
            <pc:docMk/>
            <pc:sldMk cId="3684701113" sldId="6254"/>
            <ac:spMk id="6" creationId="{88E48A5D-5F4A-67C3-48FC-A53BF9371E91}"/>
          </ac:spMkLst>
        </pc:spChg>
        <pc:spChg chg="add del">
          <ac:chgData name="崎濱 美希子 システム開発 コーポレートソリューション部 WebスクラムG　CH" userId="b9fbfa06-1202-4fc2-a956-e9ac018d1274" providerId="ADAL" clId="{39A6E3D2-0610-C04A-93FE-AD3989E3A504}" dt="2026-01-28T08:56:12.118" v="188" actId="478"/>
          <ac:spMkLst>
            <pc:docMk/>
            <pc:sldMk cId="3684701113" sldId="6254"/>
            <ac:spMk id="9" creationId="{E138FC3C-2C6D-607D-BF05-B9FBAC3E2DF3}"/>
          </ac:spMkLst>
        </pc:spChg>
      </pc:sldChg>
      <pc:sldChg chg="modSp mod">
        <pc:chgData name="崎濱 美希子 システム開発 コーポレートソリューション部 WebスクラムG　CH" userId="b9fbfa06-1202-4fc2-a956-e9ac018d1274" providerId="ADAL" clId="{39A6E3D2-0610-C04A-93FE-AD3989E3A504}" dt="2026-01-28T07:22:08.437" v="61" actId="20577"/>
        <pc:sldMkLst>
          <pc:docMk/>
          <pc:sldMk cId="1499835470" sldId="6255"/>
        </pc:sldMkLst>
        <pc:spChg chg="mod">
          <ac:chgData name="崎濱 美希子 システム開発 コーポレートソリューション部 WebスクラムG　CH" userId="b9fbfa06-1202-4fc2-a956-e9ac018d1274" providerId="ADAL" clId="{39A6E3D2-0610-C04A-93FE-AD3989E3A504}" dt="2026-01-28T07:22:08.437" v="61" actId="20577"/>
          <ac:spMkLst>
            <pc:docMk/>
            <pc:sldMk cId="1499835470" sldId="6255"/>
            <ac:spMk id="2" creationId="{08C5F330-7A06-0BDF-F02E-E08FCC768C19}"/>
          </ac:spMkLst>
        </pc:spChg>
      </pc:sldChg>
      <pc:sldChg chg="new del">
        <pc:chgData name="崎濱 美希子 システム開発 コーポレートソリューション部 WebスクラムG　CH" userId="b9fbfa06-1202-4fc2-a956-e9ac018d1274" providerId="ADAL" clId="{39A6E3D2-0610-C04A-93FE-AD3989E3A504}" dt="2026-01-28T08:54:43.562" v="169" actId="2696"/>
        <pc:sldMkLst>
          <pc:docMk/>
          <pc:sldMk cId="45053878" sldId="6257"/>
        </pc:sldMkLst>
      </pc:sldChg>
      <pc:sldChg chg="del">
        <pc:chgData name="崎濱 美希子 システム開発 コーポレートソリューション部 WebスクラムG　CH" userId="b9fbfa06-1202-4fc2-a956-e9ac018d1274" providerId="ADAL" clId="{39A6E3D2-0610-C04A-93FE-AD3989E3A504}" dt="2026-01-27T23:53:20.036" v="59" actId="2696"/>
        <pc:sldMkLst>
          <pc:docMk/>
          <pc:sldMk cId="3187597896" sldId="6257"/>
        </pc:sldMkLst>
      </pc:sldChg>
      <pc:sldChg chg="addSp delSp modSp add mod">
        <pc:chgData name="崎濱 美希子 システム開発 コーポレートソリューション部 WebスクラムG　CH" userId="b9fbfa06-1202-4fc2-a956-e9ac018d1274" providerId="ADAL" clId="{39A6E3D2-0610-C04A-93FE-AD3989E3A504}" dt="2026-01-28T09:03:48.413" v="283" actId="20577"/>
        <pc:sldMkLst>
          <pc:docMk/>
          <pc:sldMk cId="188209108" sldId="6258"/>
        </pc:sldMkLst>
        <pc:spChg chg="add del">
          <ac:chgData name="崎濱 美希子 システム開発 コーポレートソリューション部 WebスクラムG　CH" userId="b9fbfa06-1202-4fc2-a956-e9ac018d1274" providerId="ADAL" clId="{39A6E3D2-0610-C04A-93FE-AD3989E3A504}" dt="2026-01-28T08:56:15.023" v="191" actId="478"/>
          <ac:spMkLst>
            <pc:docMk/>
            <pc:sldMk cId="188209108" sldId="6258"/>
            <ac:spMk id="2" creationId="{08C5F330-7A06-0BDF-F02E-E08FCC768C19}"/>
          </ac:spMkLst>
        </pc:spChg>
        <pc:spChg chg="mod">
          <ac:chgData name="崎濱 美希子 システム開発 コーポレートソリューション部 WebスクラムG　CH" userId="b9fbfa06-1202-4fc2-a956-e9ac018d1274" providerId="ADAL" clId="{39A6E3D2-0610-C04A-93FE-AD3989E3A504}" dt="2026-01-28T08:56:12.475" v="189" actId="20577"/>
          <ac:spMkLst>
            <pc:docMk/>
            <pc:sldMk cId="188209108" sldId="6258"/>
            <ac:spMk id="3" creationId="{FA8340F3-0875-E718-28AE-6D06161FEFF8}"/>
          </ac:spMkLst>
        </pc:spChg>
        <pc:spChg chg="mod">
          <ac:chgData name="崎濱 美希子 システム開発 コーポレートソリューション部 WebスクラムG　CH" userId="b9fbfa06-1202-4fc2-a956-e9ac018d1274" providerId="ADAL" clId="{39A6E3D2-0610-C04A-93FE-AD3989E3A504}" dt="2026-01-28T08:58:41.491" v="217" actId="1076"/>
          <ac:spMkLst>
            <pc:docMk/>
            <pc:sldMk cId="188209108" sldId="6258"/>
            <ac:spMk id="6" creationId="{88E48A5D-5F4A-67C3-48FC-A53BF9371E91}"/>
          </ac:spMkLst>
        </pc:spChg>
        <pc:spChg chg="add del">
          <ac:chgData name="崎濱 美希子 システム開発 コーポレートソリューション部 WebスクラムG　CH" userId="b9fbfa06-1202-4fc2-a956-e9ac018d1274" providerId="ADAL" clId="{39A6E3D2-0610-C04A-93FE-AD3989E3A504}" dt="2026-01-28T08:56:14.493" v="190" actId="478"/>
          <ac:spMkLst>
            <pc:docMk/>
            <pc:sldMk cId="188209108" sldId="6258"/>
            <ac:spMk id="8" creationId="{A756CB0D-722F-BD36-93AA-853DC36EE003}"/>
          </ac:spMkLst>
        </pc:spChg>
        <pc:spChg chg="mod">
          <ac:chgData name="崎濱 美希子 システム開発 コーポレートソリューション部 WebスクラムG　CH" userId="b9fbfa06-1202-4fc2-a956-e9ac018d1274" providerId="ADAL" clId="{39A6E3D2-0610-C04A-93FE-AD3989E3A504}" dt="2026-01-28T08:58:41.491" v="217" actId="1076"/>
          <ac:spMkLst>
            <pc:docMk/>
            <pc:sldMk cId="188209108" sldId="6258"/>
            <ac:spMk id="9" creationId="{E138FC3C-2C6D-607D-BF05-B9FBAC3E2DF3}"/>
          </ac:spMkLst>
        </pc:spChg>
        <pc:spChg chg="add del mod">
          <ac:chgData name="崎濱 美希子 システム開発 コーポレートソリューション部 WebスクラムG　CH" userId="b9fbfa06-1202-4fc2-a956-e9ac018d1274" providerId="ADAL" clId="{39A6E3D2-0610-C04A-93FE-AD3989E3A504}" dt="2026-01-28T08:56:15.208" v="192" actId="478"/>
          <ac:spMkLst>
            <pc:docMk/>
            <pc:sldMk cId="188209108" sldId="6258"/>
            <ac:spMk id="10" creationId="{85905BA2-443F-53DE-D14F-A63FFB5C2C10}"/>
          </ac:spMkLst>
        </pc:spChg>
        <pc:spChg chg="add mod">
          <ac:chgData name="崎濱 美希子 システム開発 コーポレートソリューション部 WebスクラムG　CH" userId="b9fbfa06-1202-4fc2-a956-e9ac018d1274" providerId="ADAL" clId="{39A6E3D2-0610-C04A-93FE-AD3989E3A504}" dt="2026-01-28T09:03:48.413" v="283" actId="20577"/>
          <ac:spMkLst>
            <pc:docMk/>
            <pc:sldMk cId="188209108" sldId="6258"/>
            <ac:spMk id="12" creationId="{601B84ED-705C-93FE-F6C5-CA322B40ADD7}"/>
          </ac:spMkLst>
        </pc:spChg>
        <pc:picChg chg="add del">
          <ac:chgData name="崎濱 美希子 システム開発 コーポレートソリューション部 WebスクラムG　CH" userId="b9fbfa06-1202-4fc2-a956-e9ac018d1274" providerId="ADAL" clId="{39A6E3D2-0610-C04A-93FE-AD3989E3A504}" dt="2026-01-28T08:56:14.493" v="190" actId="478"/>
          <ac:picMkLst>
            <pc:docMk/>
            <pc:sldMk cId="188209108" sldId="6258"/>
            <ac:picMk id="5" creationId="{316FE46B-348D-400D-9FC4-3D36F1990021}"/>
          </ac:picMkLst>
        </pc:picChg>
        <pc:picChg chg="add del">
          <ac:chgData name="崎濱 美希子 システム開発 コーポレートソリューション部 WebスクラムG　CH" userId="b9fbfa06-1202-4fc2-a956-e9ac018d1274" providerId="ADAL" clId="{39A6E3D2-0610-C04A-93FE-AD3989E3A504}" dt="2026-01-28T08:56:14.493" v="190" actId="478"/>
          <ac:picMkLst>
            <pc:docMk/>
            <pc:sldMk cId="188209108" sldId="6258"/>
            <ac:picMk id="7" creationId="{40418D71-FAAC-AA8C-4AFF-6A76EF3874E4}"/>
          </ac:picMkLst>
        </pc:picChg>
        <pc:picChg chg="add mod">
          <ac:chgData name="崎濱 美希子 システム開発 コーポレートソリューション部 WebスクラムG　CH" userId="b9fbfa06-1202-4fc2-a956-e9ac018d1274" providerId="ADAL" clId="{39A6E3D2-0610-C04A-93FE-AD3989E3A504}" dt="2026-01-28T09:03:14.058" v="278" actId="1076"/>
          <ac:picMkLst>
            <pc:docMk/>
            <pc:sldMk cId="188209108" sldId="6258"/>
            <ac:picMk id="11" creationId="{6439C251-FF91-B5E9-B2B3-9C903B4E3CDE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1CBB937A-8B8C-0B45-8E2C-C15BAB7BE2B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F57D7EB-2FB5-8541-B605-E6871BC08CC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14763" y="0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335A99-2D42-6243-829D-20D709F46991}" type="datetimeFigureOut">
              <a:rPr kumimoji="1" lang="ja-JP" altLang="en-US" smtClean="0"/>
              <a:t>2026/1/29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BD9485A-19A5-0241-BB19-E961C7FC232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371013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E17C9B4-F5B7-DD4D-9E83-78CE4E3DCC2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14763" y="9371013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B9B91C-70D6-E04D-ADB4-DD48B25E06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564016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AE45C4-E3BD-4ABF-90DB-80752D3A1450}" type="datetimeFigureOut">
              <a:rPr kumimoji="1" lang="ja-JP" altLang="en-US" smtClean="0"/>
              <a:pPr/>
              <a:t>2026/1/29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79375" y="739775"/>
            <a:ext cx="6577013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15373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C72597-E7C8-4ADA-BD61-0BE8F358DBA6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72772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C72597-E7C8-4ADA-BD61-0BE8F358DBA6}" type="slidenum">
              <a:rPr kumimoji="1" lang="ja-JP" altLang="en-US" smtClean="0"/>
              <a:pPr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02401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/>
          <p:cNvSpPr/>
          <p:nvPr userDrawn="1"/>
        </p:nvSpPr>
        <p:spPr>
          <a:xfrm>
            <a:off x="0" y="0"/>
            <a:ext cx="12192000" cy="576000"/>
          </a:xfrm>
          <a:prstGeom prst="rect">
            <a:avLst/>
          </a:prstGeom>
          <a:solidFill>
            <a:srgbClr val="006438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/>
            <a:endParaRPr lang="ja-JP" altLang="en-US" sz="1800">
              <a:solidFill>
                <a:prstClr val="white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20" name="テキスト プレースホルダー 13"/>
          <p:cNvSpPr>
            <a:spLocks noGrp="1"/>
          </p:cNvSpPr>
          <p:nvPr>
            <p:ph type="body" sz="quarter" idx="10"/>
          </p:nvPr>
        </p:nvSpPr>
        <p:spPr>
          <a:xfrm>
            <a:off x="283779" y="2980531"/>
            <a:ext cx="4224469" cy="896937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1pPr>
            <a:lvl2pPr marL="365760" indent="0" algn="ctr">
              <a:buNone/>
              <a:defRPr/>
            </a:lvl2pPr>
            <a:lvl3pPr marL="685800" indent="0" algn="ctr">
              <a:buNone/>
              <a:defRPr/>
            </a:lvl3pPr>
            <a:lvl4pPr marL="1143000" indent="0" algn="ctr">
              <a:buNone/>
              <a:defRPr/>
            </a:lvl4pPr>
            <a:lvl5pPr marL="1600200" indent="0" algn="ctr">
              <a:buNone/>
              <a:defRPr/>
            </a:lvl5pPr>
          </a:lstStyle>
          <a:p>
            <a:pPr lvl="0"/>
            <a:endParaRPr kumimoji="1" lang="en-US" altLang="ja-JP"/>
          </a:p>
        </p:txBody>
      </p:sp>
      <p:sp>
        <p:nvSpPr>
          <p:cNvPr id="11" name="タイトル 7">
            <a:extLst>
              <a:ext uri="{FF2B5EF4-FFF2-40B4-BE49-F238E27FC236}">
                <a16:creationId xmlns:a16="http://schemas.microsoft.com/office/drawing/2014/main" id="{FA657D9E-0016-3E40-9A0E-80CCF674AC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3779" y="1469178"/>
            <a:ext cx="10490133" cy="1130424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2400" u="none" cap="none" baseline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1pPr>
          </a:lstStyle>
          <a:p>
            <a:endParaRPr kumimoji="0" lang="en-US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73379B3C-408D-4C7B-A9AD-7EBAC4FAC6C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311" r="2064"/>
          <a:stretch/>
        </p:blipFill>
        <p:spPr>
          <a:xfrm>
            <a:off x="7662734" y="3356672"/>
            <a:ext cx="4455694" cy="3388676"/>
          </a:xfrm>
          <a:prstGeom prst="rect">
            <a:avLst/>
          </a:prstGeom>
        </p:spPr>
      </p:pic>
      <p:pic>
        <p:nvPicPr>
          <p:cNvPr id="2" name="Picture 3">
            <a:extLst>
              <a:ext uri="{FF2B5EF4-FFF2-40B4-BE49-F238E27FC236}">
                <a16:creationId xmlns:a16="http://schemas.microsoft.com/office/drawing/2014/main" id="{4AA7C920-6079-3DE9-6E00-77A2F718A0E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3616" y="100363"/>
            <a:ext cx="1328384" cy="3668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7DA6C251-A485-BBF0-48F9-FC1ABAED825D}"/>
              </a:ext>
            </a:extLst>
          </p:cNvPr>
          <p:cNvSpPr/>
          <p:nvPr userDrawn="1"/>
        </p:nvSpPr>
        <p:spPr>
          <a:xfrm>
            <a:off x="-1" y="530746"/>
            <a:ext cx="12192000" cy="45719"/>
          </a:xfrm>
          <a:prstGeom prst="rect">
            <a:avLst/>
          </a:prstGeom>
          <a:solidFill>
            <a:srgbClr val="006438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en-US" sz="1800">
              <a:solidFill>
                <a:prstClr val="white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33222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テキスト プレースホルダー 12"/>
          <p:cNvSpPr>
            <a:spLocks noGrp="1"/>
          </p:cNvSpPr>
          <p:nvPr>
            <p:ph idx="1"/>
          </p:nvPr>
        </p:nvSpPr>
        <p:spPr>
          <a:xfrm>
            <a:off x="143339" y="731782"/>
            <a:ext cx="11930725" cy="5472608"/>
          </a:xfrm>
          <a:prstGeom prst="rect">
            <a:avLst/>
          </a:prstGeom>
        </p:spPr>
        <p:txBody>
          <a:bodyPr vert="horz">
            <a:normAutofit/>
          </a:bodyPr>
          <a:lstStyle>
            <a:lvl1pPr marL="431800" indent="-342900">
              <a:buFont typeface="Wingdings" panose="05000000000000000000" pitchFamily="2" charset="2"/>
              <a:buChar char="n"/>
              <a:defRPr sz="240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1pPr>
            <a:lvl2pPr>
              <a:defRPr sz="200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2pPr>
            <a:lvl3pPr>
              <a:defRPr sz="180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3pPr>
            <a:lvl4pPr>
              <a:defRPr sz="160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4pPr>
            <a:lvl5pPr>
              <a:defRPr sz="1600"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5pPr>
          </a:lstStyle>
          <a:p>
            <a:pPr lvl="0" eaLnBrk="1" latinLnBrk="0" hangingPunct="1"/>
            <a:r>
              <a:rPr kumimoji="0" lang="ja-JP" altLang="en-US"/>
              <a:t>マスター テキストの書式設定</a:t>
            </a:r>
          </a:p>
          <a:p>
            <a:pPr lvl="1" eaLnBrk="1" latinLnBrk="0" hangingPunct="1"/>
            <a:r>
              <a:rPr kumimoji="0" lang="ja-JP" altLang="en-US"/>
              <a:t>第 </a:t>
            </a:r>
            <a:r>
              <a:rPr kumimoji="0" lang="en-US" altLang="ja-JP"/>
              <a:t>2 </a:t>
            </a:r>
            <a:r>
              <a:rPr kumimoji="0" lang="ja-JP" altLang="en-US"/>
              <a:t>レベル</a:t>
            </a:r>
          </a:p>
          <a:p>
            <a:pPr lvl="2" eaLnBrk="1" latinLnBrk="0" hangingPunct="1"/>
            <a:r>
              <a:rPr kumimoji="0" lang="ja-JP" altLang="en-US"/>
              <a:t>第 </a:t>
            </a:r>
            <a:r>
              <a:rPr kumimoji="0" lang="en-US" altLang="ja-JP"/>
              <a:t>3 </a:t>
            </a:r>
            <a:r>
              <a:rPr kumimoji="0" lang="ja-JP" altLang="en-US"/>
              <a:t>レベル</a:t>
            </a:r>
          </a:p>
          <a:p>
            <a:pPr lvl="3" eaLnBrk="1" latinLnBrk="0" hangingPunct="1"/>
            <a:r>
              <a:rPr kumimoji="0" lang="ja-JP" altLang="en-US"/>
              <a:t>第 </a:t>
            </a:r>
            <a:r>
              <a:rPr kumimoji="0" lang="en-US" altLang="ja-JP"/>
              <a:t>4 </a:t>
            </a:r>
            <a:r>
              <a:rPr kumimoji="0" lang="ja-JP" altLang="en-US"/>
              <a:t>レベル</a:t>
            </a:r>
          </a:p>
          <a:p>
            <a:pPr lvl="4" eaLnBrk="1" latinLnBrk="0" hangingPunct="1"/>
            <a:r>
              <a:rPr kumimoji="0" lang="ja-JP" altLang="en-US"/>
              <a:t>第 </a:t>
            </a:r>
            <a:r>
              <a:rPr kumimoji="0" lang="en-US" altLang="ja-JP"/>
              <a:t>5 </a:t>
            </a:r>
            <a:r>
              <a:rPr kumimoji="0" lang="ja-JP" altLang="en-US"/>
              <a:t>レベル</a:t>
            </a:r>
            <a:endParaRPr kumimoji="0" lang="en-US"/>
          </a:p>
        </p:txBody>
      </p:sp>
      <p:sp>
        <p:nvSpPr>
          <p:cNvPr id="4" name="タイトル 1">
            <a:extLst>
              <a:ext uri="{FF2B5EF4-FFF2-40B4-BE49-F238E27FC236}">
                <a16:creationId xmlns:a16="http://schemas.microsoft.com/office/drawing/2014/main" id="{081071F2-7893-9A45-9DBA-A9208D9A5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369" y="30197"/>
            <a:ext cx="10972800" cy="455613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78272AAA-53F3-148C-7FD7-2A464569E198}"/>
              </a:ext>
            </a:extLst>
          </p:cNvPr>
          <p:cNvSpPr/>
          <p:nvPr userDrawn="1"/>
        </p:nvSpPr>
        <p:spPr>
          <a:xfrm>
            <a:off x="-1" y="530746"/>
            <a:ext cx="12192000" cy="45719"/>
          </a:xfrm>
          <a:prstGeom prst="rect">
            <a:avLst/>
          </a:prstGeom>
          <a:solidFill>
            <a:srgbClr val="006438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en-US" sz="1800">
              <a:solidFill>
                <a:prstClr val="white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85366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最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株式会社カインズ 企業サイト">
            <a:extLst>
              <a:ext uri="{FF2B5EF4-FFF2-40B4-BE49-F238E27FC236}">
                <a16:creationId xmlns:a16="http://schemas.microsoft.com/office/drawing/2014/main" id="{FC967602-2ABD-0B4D-AB2D-00D228CAD8D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1654" y="2565543"/>
            <a:ext cx="4288691" cy="1365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7397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6813" y="80034"/>
            <a:ext cx="1111321" cy="3810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スライド番号プレースホルダー 5">
            <a:extLst>
              <a:ext uri="{FF2B5EF4-FFF2-40B4-BE49-F238E27FC236}">
                <a16:creationId xmlns:a16="http://schemas.microsoft.com/office/drawing/2014/main" id="{E404A8EF-CED0-4223-9229-EEBD52C50B75}"/>
              </a:ext>
            </a:extLst>
          </p:cNvPr>
          <p:cNvSpPr txBox="1">
            <a:spLocks/>
          </p:cNvSpPr>
          <p:nvPr userDrawn="1"/>
        </p:nvSpPr>
        <p:spPr>
          <a:xfrm>
            <a:off x="9936712" y="6562288"/>
            <a:ext cx="2040203" cy="2606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L="0" algn="r" defTabSz="914400" rtl="0" eaLnBrk="1" latinLnBrk="0" hangingPunct="1">
              <a:defRPr kumimoji="1" sz="1200" kern="120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3BEEDD-EAB7-42EE-9C7D-A00BB2357856}" type="slidenum">
              <a:rPr lang="ja-JP" altLang="en-US" sz="1200" smtClean="0"/>
              <a:pPr/>
              <a:t>‹#›</a:t>
            </a:fld>
            <a:endParaRPr lang="ja-JP" altLang="en-US" sz="1200"/>
          </a:p>
        </p:txBody>
      </p:sp>
      <p:sp>
        <p:nvSpPr>
          <p:cNvPr id="14" name="角丸四角形 13">
            <a:extLst>
              <a:ext uri="{FF2B5EF4-FFF2-40B4-BE49-F238E27FC236}">
                <a16:creationId xmlns:a16="http://schemas.microsoft.com/office/drawing/2014/main" id="{A4228165-8F6A-DC40-B0E4-7E4191E02A0B}"/>
              </a:ext>
            </a:extLst>
          </p:cNvPr>
          <p:cNvSpPr/>
          <p:nvPr userDrawn="1"/>
        </p:nvSpPr>
        <p:spPr>
          <a:xfrm>
            <a:off x="103499" y="6520028"/>
            <a:ext cx="1254305" cy="262949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1"/>
              </a:solidFill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54615D7A-113A-A349-97BB-ADC7A20D83BE}"/>
              </a:ext>
            </a:extLst>
          </p:cNvPr>
          <p:cNvSpPr txBox="1"/>
          <p:nvPr userDrawn="1"/>
        </p:nvSpPr>
        <p:spPr>
          <a:xfrm>
            <a:off x="33582" y="6528275"/>
            <a:ext cx="13966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100" b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Confidential</a:t>
            </a:r>
            <a:endParaRPr kumimoji="1" lang="ja-JP" altLang="en-US" sz="1100" b="0">
              <a:solidFill>
                <a:schemeClr val="bg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306E62F8-BE03-6A45-98B5-6D0AE9C21C81}"/>
              </a:ext>
            </a:extLst>
          </p:cNvPr>
          <p:cNvSpPr txBox="1"/>
          <p:nvPr userDrawn="1"/>
        </p:nvSpPr>
        <p:spPr>
          <a:xfrm>
            <a:off x="5406132" y="6511342"/>
            <a:ext cx="13676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>
                <a:solidFill>
                  <a:prstClr val="black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 UI" panose="020B0604030504040204" pitchFamily="50" charset="-128"/>
              </a:rPr>
              <a:t>© 2025 CAINZ.</a:t>
            </a:r>
            <a:endParaRPr lang="ja-JP" altLang="en-US" sz="1200">
              <a:solidFill>
                <a:prstClr val="black"/>
              </a:solidFill>
              <a:latin typeface="Meiryo" panose="020B0604030504040204" pitchFamily="34" charset="-128"/>
              <a:ea typeface="Meiryo" panose="020B0604030504040204" pitchFamily="34" charset="-128"/>
              <a:cs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00588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62" r:id="rId2"/>
    <p:sldLayoutId id="2147483687" r:id="rId3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1" sz="3200" b="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1pPr>
    </p:titleStyle>
    <p:bodyStyle>
      <a:lvl1pPr marL="360363" indent="-360363" algn="l" rtl="0" eaLnBrk="1" latinLnBrk="0" hangingPunct="1">
        <a:spcBef>
          <a:spcPts val="700"/>
        </a:spcBef>
        <a:buClr>
          <a:schemeClr val="tx1"/>
        </a:buClr>
        <a:buSzPct val="100000"/>
        <a:buFont typeface="Wingdings" panose="05000000000000000000" pitchFamily="2" charset="2"/>
        <a:buChar char="n"/>
        <a:defRPr kumimoji="1" sz="24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1pPr>
      <a:lvl2pPr marL="650875" indent="-285750" algn="l" rtl="0" eaLnBrk="1" latinLnBrk="0" hangingPunct="1">
        <a:spcBef>
          <a:spcPts val="550"/>
        </a:spcBef>
        <a:buClrTx/>
        <a:buSzPct val="100000"/>
        <a:buFont typeface="Wingdings" panose="05000000000000000000" pitchFamily="2" charset="2"/>
        <a:buChar char="n"/>
        <a:defRPr kumimoji="1" sz="20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2pPr>
      <a:lvl3pPr marL="911225" indent="-285750" algn="l" rtl="0" eaLnBrk="1" latinLnBrk="0" hangingPunct="1">
        <a:spcBef>
          <a:spcPts val="500"/>
        </a:spcBef>
        <a:buClrTx/>
        <a:buSzPct val="100000"/>
        <a:buFont typeface="Wingdings" panose="05000000000000000000" pitchFamily="2" charset="2"/>
        <a:buChar char="n"/>
        <a:defRPr kumimoji="1" sz="18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3pPr>
      <a:lvl4pPr marL="1163638" indent="-265113" algn="l" rtl="0" eaLnBrk="1" latinLnBrk="0" hangingPunct="1">
        <a:spcBef>
          <a:spcPts val="400"/>
        </a:spcBef>
        <a:buClrTx/>
        <a:buSzPct val="100000"/>
        <a:buFont typeface="Wingdings" panose="05000000000000000000" pitchFamily="2" charset="2"/>
        <a:buChar char="n"/>
        <a:defRPr kumimoji="1" sz="16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4pPr>
      <a:lvl5pPr marL="1435100" indent="-271463" algn="l" rtl="0" eaLnBrk="1" latinLnBrk="0" hangingPunct="1">
        <a:spcBef>
          <a:spcPts val="400"/>
        </a:spcBef>
        <a:buClrTx/>
        <a:buSzPct val="100000"/>
        <a:buFont typeface="Wingdings" panose="05000000000000000000" pitchFamily="2" charset="2"/>
        <a:buChar char="n"/>
        <a:defRPr kumimoji="1" sz="16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1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1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1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1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teams.microsoft.com/l/channel/19%3A_tEVQqUhK4oiMKmGFnU6-KOQ4UXOJ2WPqSToke8xLBg1%40thread.tacv2/70.%E3%83%8F%E3%83%83%E3%82%AB%E3%82%BD%E3%83%B3202602?groupId=ab19e327-fa11-4597-a2c7-b964c4e9f8e5&amp;tenantId=ef8bb85c-5beb-44a9-b8c3-74d07de742b2&amp;ngc=true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B275490A-77C0-D88D-93FD-F624282B74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3779" y="2863788"/>
            <a:ext cx="10609999" cy="1990434"/>
          </a:xfrm>
        </p:spPr>
        <p:txBody>
          <a:bodyPr lIns="91440" tIns="45720" rIns="91440" bIns="45720" anchor="ctr">
            <a:normAutofit/>
          </a:bodyPr>
          <a:lstStyle/>
          <a:p>
            <a:r>
              <a:rPr lang="ja-JP" altLang="en-US">
                <a:latin typeface="Meiryo"/>
                <a:ea typeface="Meiryo"/>
              </a:rPr>
              <a:t>ハッカソンのしおり</a:t>
            </a:r>
            <a:br>
              <a:rPr lang="en-US" altLang="ja-JP" dirty="0"/>
            </a:br>
            <a:r>
              <a:rPr lang="ja-JP" altLang="en-US"/>
              <a:t>　</a:t>
            </a:r>
            <a:r>
              <a:rPr lang="en-US" altLang="ja-JP" dirty="0">
                <a:latin typeface="Meiryo"/>
                <a:ea typeface="Meiryo"/>
              </a:rPr>
              <a:t>2026</a:t>
            </a:r>
            <a:r>
              <a:rPr lang="ja-JP" altLang="en-US">
                <a:latin typeface="Meiryo"/>
                <a:ea typeface="Meiryo"/>
              </a:rPr>
              <a:t>年</a:t>
            </a:r>
            <a:r>
              <a:rPr lang="en-US" altLang="ja-JP" dirty="0">
                <a:latin typeface="Meiryo"/>
                <a:ea typeface="Meiryo"/>
              </a:rPr>
              <a:t>2/5(</a:t>
            </a:r>
            <a:r>
              <a:rPr lang="ja-JP" altLang="en-US">
                <a:latin typeface="Meiryo"/>
                <a:ea typeface="Meiryo"/>
              </a:rPr>
              <a:t>木</a:t>
            </a:r>
            <a:r>
              <a:rPr lang="en-US" altLang="ja-JP" dirty="0">
                <a:latin typeface="Meiryo"/>
                <a:ea typeface="Meiryo"/>
              </a:rPr>
              <a:t>)</a:t>
            </a:r>
            <a:r>
              <a:rPr lang="ja-JP" altLang="en-US">
                <a:latin typeface="Meiryo"/>
                <a:ea typeface="Meiryo"/>
              </a:rPr>
              <a:t>、</a:t>
            </a:r>
            <a:r>
              <a:rPr lang="en-US" altLang="ja-JP" dirty="0">
                <a:latin typeface="Meiryo"/>
                <a:ea typeface="Meiryo"/>
              </a:rPr>
              <a:t>2/6(</a:t>
            </a:r>
            <a:r>
              <a:rPr lang="ja-JP" altLang="en-US">
                <a:latin typeface="Meiryo"/>
                <a:ea typeface="Meiryo"/>
              </a:rPr>
              <a:t>金</a:t>
            </a:r>
            <a:r>
              <a:rPr lang="en-US" altLang="ja-JP" dirty="0">
                <a:latin typeface="Meiryo"/>
                <a:ea typeface="Meiryo"/>
              </a:rPr>
              <a:t>)</a:t>
            </a:r>
            <a:br>
              <a:rPr lang="en-US" altLang="ja-JP" dirty="0">
                <a:latin typeface="Meiryo"/>
                <a:ea typeface="Meiryo"/>
              </a:rPr>
            </a:br>
            <a:r>
              <a:rPr lang="ja-JP" altLang="en-US">
                <a:latin typeface="Meiryo"/>
                <a:ea typeface="Meiryo"/>
              </a:rPr>
              <a:t>　　担当：稲垣、崎濱</a:t>
            </a:r>
            <a:endParaRPr kumimoji="1" lang="ja-JP" altLang="en-US">
              <a:latin typeface="Meiryo"/>
              <a:ea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3925957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08C5F330-7A06-0BDF-F02E-E08FCC768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339" y="731782"/>
            <a:ext cx="12184128" cy="848662"/>
          </a:xfrm>
        </p:spPr>
        <p:txBody>
          <a:bodyPr vert="horz" lIns="91440" tIns="45720" rIns="91440" bIns="45720" anchor="t">
            <a:normAutofit/>
          </a:bodyPr>
          <a:lstStyle/>
          <a:p>
            <a:pPr algn="l"/>
            <a:r>
              <a:rPr lang="en" altLang="ja-JP" sz="1800" b="1" i="0" dirty="0">
                <a:solidFill>
                  <a:srgbClr val="323130"/>
                </a:solidFill>
                <a:effectLst/>
                <a:latin typeface="Meiryo UI" panose="020B0604030504040204" pitchFamily="34" charset="-128"/>
                <a:ea typeface="Meiryo UI" panose="020B0604030504040204" pitchFamily="34" charset="-128"/>
              </a:rPr>
              <a:t>BCH </a:t>
            </a:r>
            <a:r>
              <a:rPr lang="ja-JP" altLang="en-US" sz="1800" b="1" i="0">
                <a:solidFill>
                  <a:srgbClr val="323130"/>
                </a:solidFill>
                <a:effectLst/>
                <a:latin typeface="Meiryo UI" panose="020B0604030504040204" pitchFamily="34" charset="-128"/>
                <a:ea typeface="Meiryo UI" panose="020B0604030504040204" pitchFamily="34" charset="-128"/>
              </a:rPr>
              <a:t>ベイシアグループ 軽井沢クリエイション・ハブ</a:t>
            </a:r>
            <a:endParaRPr lang="en-US" altLang="ja-JP" sz="1800" b="1" i="0" dirty="0">
              <a:solidFill>
                <a:srgbClr val="323130"/>
              </a:solidFill>
              <a:effectLst/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lvl="1"/>
            <a:r>
              <a:rPr lang="ja-JP" altLang="en-US" sz="1800" b="0" i="0" u="sng">
                <a:effectLst/>
                <a:latin typeface="Meiryo UI" panose="020B0604030504040204" pitchFamily="34" charset="-128"/>
                <a:ea typeface="Meiryo UI" panose="020B0604030504040204" pitchFamily="34" charset="-128"/>
              </a:rPr>
              <a:t>長野県北佐久郡軽井沢町長倉</a:t>
            </a:r>
            <a:r>
              <a:rPr lang="en-US" altLang="ja-JP" sz="1800" b="0" i="0" u="sng" dirty="0">
                <a:effectLst/>
                <a:latin typeface="Meiryo UI" panose="020B0604030504040204" pitchFamily="34" charset="-128"/>
                <a:ea typeface="Meiryo UI" panose="020B0604030504040204" pitchFamily="34" charset="-128"/>
              </a:rPr>
              <a:t>18-139</a:t>
            </a:r>
            <a:r>
              <a:rPr lang="ja-JP" altLang="en-US" sz="1800" b="0" i="0">
                <a:effectLst/>
                <a:latin typeface="Meiryo UI" panose="020B0604030504040204" pitchFamily="34" charset="-128"/>
                <a:ea typeface="Meiryo UI" panose="020B0604030504040204" pitchFamily="34" charset="-128"/>
              </a:rPr>
              <a:t>　</a:t>
            </a:r>
            <a:r>
              <a:rPr lang="ja-JP" altLang="en-US" sz="1800" b="0" i="0">
                <a:solidFill>
                  <a:srgbClr val="323130"/>
                </a:solidFill>
                <a:effectLst/>
                <a:latin typeface="Meiryo UI" panose="020B0604030504040204" pitchFamily="34" charset="-128"/>
                <a:ea typeface="Meiryo UI" panose="020B0604030504040204" pitchFamily="34" charset="-128"/>
              </a:rPr>
              <a:t>　</a:t>
            </a:r>
            <a:r>
              <a:rPr lang="en" altLang="ja-JP" sz="1800" b="0" i="0" dirty="0">
                <a:solidFill>
                  <a:srgbClr val="323130"/>
                </a:solidFill>
                <a:effectLst/>
                <a:latin typeface="Meiryo UI" panose="020B0604030504040204" pitchFamily="34" charset="-128"/>
                <a:ea typeface="Meiryo UI" panose="020B0604030504040204" pitchFamily="34" charset="-128"/>
              </a:rPr>
              <a:t>TEL: 0267-42-0520</a:t>
            </a:r>
            <a:r>
              <a:rPr lang="ja-JP" altLang="en" sz="1800" b="0" i="0">
                <a:solidFill>
                  <a:srgbClr val="323130"/>
                </a:solidFill>
                <a:effectLst/>
                <a:latin typeface="Meiryo UI" panose="020B0604030504040204" pitchFamily="34" charset="-128"/>
                <a:ea typeface="Meiryo UI" panose="020B0604030504040204" pitchFamily="34" charset="-128"/>
              </a:rPr>
              <a:t>（</a:t>
            </a:r>
            <a:r>
              <a:rPr lang="ja-JP" altLang="en-US" sz="1800" b="0" i="0">
                <a:solidFill>
                  <a:srgbClr val="323130"/>
                </a:solidFill>
                <a:effectLst/>
                <a:latin typeface="Meiryo UI" panose="020B0604030504040204" pitchFamily="34" charset="-128"/>
                <a:ea typeface="Meiryo UI" panose="020B0604030504040204" pitchFamily="34" charset="-128"/>
              </a:rPr>
              <a:t>平日</a:t>
            </a:r>
            <a:r>
              <a:rPr lang="en-US" altLang="ja-JP" sz="1800" b="0" i="0" dirty="0">
                <a:solidFill>
                  <a:srgbClr val="323130"/>
                </a:solidFill>
                <a:effectLst/>
                <a:latin typeface="Meiryo UI" panose="020B0604030504040204" pitchFamily="34" charset="-128"/>
                <a:ea typeface="Meiryo UI" panose="020B0604030504040204" pitchFamily="34" charset="-128"/>
              </a:rPr>
              <a:t>9</a:t>
            </a:r>
            <a:r>
              <a:rPr lang="ja-JP" altLang="en-US" sz="1800" b="0" i="0">
                <a:solidFill>
                  <a:srgbClr val="323130"/>
                </a:solidFill>
                <a:effectLst/>
                <a:latin typeface="Meiryo UI" panose="020B0604030504040204" pitchFamily="34" charset="-128"/>
                <a:ea typeface="Meiryo UI" panose="020B0604030504040204" pitchFamily="34" charset="-128"/>
              </a:rPr>
              <a:t>時から</a:t>
            </a:r>
            <a:r>
              <a:rPr lang="en-US" altLang="ja-JP" sz="1800" b="0" i="0" dirty="0">
                <a:solidFill>
                  <a:srgbClr val="323130"/>
                </a:solidFill>
                <a:effectLst/>
                <a:latin typeface="Meiryo UI" panose="020B0604030504040204" pitchFamily="34" charset="-128"/>
                <a:ea typeface="Meiryo UI" panose="020B0604030504040204" pitchFamily="34" charset="-128"/>
              </a:rPr>
              <a:t>18</a:t>
            </a:r>
            <a:r>
              <a:rPr lang="ja-JP" altLang="en-US" sz="1800" b="0" i="0">
                <a:solidFill>
                  <a:srgbClr val="323130"/>
                </a:solidFill>
                <a:effectLst/>
                <a:latin typeface="Meiryo UI" panose="020B0604030504040204" pitchFamily="34" charset="-128"/>
                <a:ea typeface="Meiryo UI" panose="020B0604030504040204" pitchFamily="34" charset="-128"/>
              </a:rPr>
              <a:t>時まで）</a:t>
            </a:r>
            <a:endParaRPr lang="ja-JP" altLang="en-US" sz="1800" b="0" i="0">
              <a:solidFill>
                <a:srgbClr val="292A2E"/>
              </a:solidFill>
              <a:effectLst/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FA8340F3-0875-E718-28AE-6D06161FE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b="0" i="0" dirty="0">
                <a:solidFill>
                  <a:srgbClr val="292A2E"/>
                </a:solidFill>
                <a:effectLst/>
                <a:latin typeface="Atlassian Sans"/>
              </a:rPr>
              <a:t>BCH</a:t>
            </a:r>
            <a:r>
              <a:rPr lang="ja-JP" altLang="en-US" b="0" i="0">
                <a:solidFill>
                  <a:srgbClr val="292A2E"/>
                </a:solidFill>
                <a:effectLst/>
                <a:latin typeface="Atlassian Sans"/>
              </a:rPr>
              <a:t>（ベイシアグループ　軽井沢クリエイションハブ）について</a:t>
            </a:r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4A2E04ED-6985-923B-E9C0-1C13515B0F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106" y="1423206"/>
            <a:ext cx="3208162" cy="2157536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A933408-E411-E277-3E7F-929BC04DE92A}"/>
              </a:ext>
            </a:extLst>
          </p:cNvPr>
          <p:cNvSpPr txBox="1"/>
          <p:nvPr/>
        </p:nvSpPr>
        <p:spPr>
          <a:xfrm>
            <a:off x="4176890" y="1805293"/>
            <a:ext cx="610728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n"/>
            </a:pPr>
            <a:r>
              <a:rPr kumimoji="1"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ALFA</a:t>
            </a:r>
            <a:r>
              <a:rPr kumimoji="1"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棟</a:t>
            </a:r>
            <a:endParaRPr kumimoji="1" lang="en-US" alt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742950" lvl="1" indent="-285750">
              <a:buFont typeface="Wingdings" pitchFamily="2" charset="2"/>
              <a:buChar char="n"/>
            </a:pPr>
            <a:r>
              <a:rPr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ハッカソン、食事を行う部屋があります</a:t>
            </a:r>
            <a:endParaRPr lang="en-US" alt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742950" lvl="1" indent="-285750">
              <a:buFont typeface="Wingdings" pitchFamily="2" charset="2"/>
              <a:buChar char="n"/>
            </a:pPr>
            <a:endParaRPr kumimoji="1" lang="en-US" alt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285750" indent="-285750">
              <a:buFont typeface="Wingdings" pitchFamily="2" charset="2"/>
              <a:buChar char="n"/>
            </a:pPr>
            <a:r>
              <a:rPr kumimoji="1"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BETA</a:t>
            </a:r>
            <a:r>
              <a:rPr kumimoji="1"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棟</a:t>
            </a:r>
            <a:endParaRPr kumimoji="1" lang="en-US" alt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742950" lvl="1" indent="-285750">
              <a:buFont typeface="Wingdings" pitchFamily="2" charset="2"/>
              <a:buChar char="n"/>
            </a:pPr>
            <a:r>
              <a:rPr kumimoji="1"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客室があります（</a:t>
            </a:r>
            <a:r>
              <a:rPr lang="en-US" altLang="ja-JP" b="0" i="0" dirty="0">
                <a:solidFill>
                  <a:srgbClr val="323130"/>
                </a:solidFill>
                <a:effectLst/>
                <a:latin typeface="Segoe UI" panose="020B0502040204020203" pitchFamily="34" charset="0"/>
              </a:rPr>
              <a:t>1</a:t>
            </a:r>
            <a:r>
              <a:rPr lang="ja-JP" altLang="en-US" b="0" i="0">
                <a:solidFill>
                  <a:srgbClr val="323130"/>
                </a:solidFill>
                <a:effectLst/>
                <a:latin typeface="Segoe UI" panose="020B0502040204020203" pitchFamily="34" charset="0"/>
              </a:rPr>
              <a:t>階、</a:t>
            </a:r>
            <a:r>
              <a:rPr lang="en-US" altLang="ja-JP" b="0" i="0" dirty="0">
                <a:solidFill>
                  <a:srgbClr val="323130"/>
                </a:solidFill>
                <a:effectLst/>
                <a:latin typeface="Segoe UI" panose="020B0502040204020203" pitchFamily="34" charset="0"/>
              </a:rPr>
              <a:t>2</a:t>
            </a:r>
            <a:r>
              <a:rPr lang="ja-JP" altLang="en-US" b="0" i="0">
                <a:solidFill>
                  <a:srgbClr val="323130"/>
                </a:solidFill>
                <a:effectLst/>
                <a:latin typeface="Segoe UI" panose="020B0502040204020203" pitchFamily="34" charset="0"/>
              </a:rPr>
              <a:t>階に各</a:t>
            </a:r>
            <a:r>
              <a:rPr lang="en-US" altLang="ja-JP" b="0" i="0" dirty="0">
                <a:solidFill>
                  <a:srgbClr val="323130"/>
                </a:solidFill>
                <a:effectLst/>
                <a:latin typeface="Segoe UI" panose="020B0502040204020203" pitchFamily="34" charset="0"/>
              </a:rPr>
              <a:t>10</a:t>
            </a:r>
            <a:r>
              <a:rPr lang="ja-JP" altLang="en-US" b="0" i="0">
                <a:solidFill>
                  <a:srgbClr val="323130"/>
                </a:solidFill>
                <a:effectLst/>
                <a:latin typeface="Segoe UI" panose="020B0502040204020203" pitchFamily="34" charset="0"/>
              </a:rPr>
              <a:t>室、合計</a:t>
            </a:r>
            <a:r>
              <a:rPr lang="en-US" altLang="ja-JP" b="0" i="0" dirty="0">
                <a:solidFill>
                  <a:srgbClr val="323130"/>
                </a:solidFill>
                <a:effectLst/>
                <a:latin typeface="Segoe UI" panose="020B0502040204020203" pitchFamily="34" charset="0"/>
              </a:rPr>
              <a:t>20</a:t>
            </a:r>
            <a:r>
              <a:rPr lang="ja-JP" altLang="en-US" b="0" i="0">
                <a:solidFill>
                  <a:srgbClr val="323130"/>
                </a:solidFill>
                <a:effectLst/>
                <a:latin typeface="Segoe UI" panose="020B0502040204020203" pitchFamily="34" charset="0"/>
              </a:rPr>
              <a:t>室）</a:t>
            </a:r>
            <a:endParaRPr kumimoji="1" lang="en-US" alt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742950" lvl="1" indent="-285750">
              <a:buFont typeface="Wingdings" pitchFamily="2" charset="2"/>
              <a:buChar char="n"/>
            </a:pPr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F1CF484A-60E2-53D5-08A9-C8BD336341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245" y="4024489"/>
            <a:ext cx="4064000" cy="2286000"/>
          </a:xfrm>
          <a:prstGeom prst="rect">
            <a:avLst/>
          </a:prstGeom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28EEF19F-5DCC-BE72-D3FE-D83B7D825987}"/>
              </a:ext>
            </a:extLst>
          </p:cNvPr>
          <p:cNvSpPr txBox="1"/>
          <p:nvPr/>
        </p:nvSpPr>
        <p:spPr>
          <a:xfrm>
            <a:off x="5305776" y="3967161"/>
            <a:ext cx="29464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JR</a:t>
            </a:r>
            <a:r>
              <a:rPr lang="ja-JP" altLang="en-US" b="0" i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軽井沢駅から車で</a:t>
            </a:r>
            <a:r>
              <a:rPr lang="en-US" altLang="ja-JP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8</a:t>
            </a:r>
            <a:r>
              <a:rPr lang="ja-JP" altLang="en-US" b="0" i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～</a:t>
            </a:r>
            <a:r>
              <a:rPr lang="en-US" altLang="ja-JP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10</a:t>
            </a:r>
            <a:r>
              <a:rPr lang="ja-JP" altLang="en-US" b="0" i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分</a:t>
            </a:r>
            <a:endParaRPr kumimoji="1" lang="en-US" alt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ローソンまで徒歩</a:t>
            </a:r>
            <a:r>
              <a:rPr kumimoji="1"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4</a:t>
            </a:r>
            <a:r>
              <a:rPr kumimoji="1"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分</a:t>
            </a:r>
            <a:endParaRPr kumimoji="1" lang="en-US" alt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ホテルまで徒歩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7</a:t>
            </a:r>
            <a:r>
              <a:rPr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分</a:t>
            </a:r>
            <a:endParaRPr kumimoji="1" lang="en-US" alt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96586665-A92D-2CFB-ADDC-B98F2D4BD440}"/>
              </a:ext>
            </a:extLst>
          </p:cNvPr>
          <p:cNvSpPr txBox="1"/>
          <p:nvPr/>
        </p:nvSpPr>
        <p:spPr>
          <a:xfrm>
            <a:off x="6107289" y="5110160"/>
            <a:ext cx="48993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ホテル宿泊者（</a:t>
            </a:r>
            <a:r>
              <a:rPr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４</a:t>
            </a:r>
            <a:r>
              <a:rPr kumimoji="1"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名）</a:t>
            </a:r>
            <a:endParaRPr kumimoji="1" lang="en-US" alt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　</a:t>
            </a:r>
            <a:r>
              <a:rPr kumimoji="1"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TCS</a:t>
            </a:r>
            <a:r>
              <a:rPr kumimoji="1"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井上さん、中西さん、宮本さん</a:t>
            </a:r>
            <a:endParaRPr kumimoji="1" lang="en-US" alt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　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CAINZ</a:t>
            </a:r>
            <a:r>
              <a:rPr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 高橋さん</a:t>
            </a:r>
            <a:endParaRPr lang="en-US" alt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それ以外の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20</a:t>
            </a:r>
            <a:r>
              <a:rPr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名の方は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BETA</a:t>
            </a:r>
            <a:r>
              <a:rPr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棟に宿泊ください</a:t>
            </a:r>
            <a:endParaRPr kumimoji="1" lang="en-US" alt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006673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08C5F330-7A06-0BDF-F02E-E08FCC768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339" y="731782"/>
            <a:ext cx="11935772" cy="3309640"/>
          </a:xfrm>
        </p:spPr>
        <p:txBody>
          <a:bodyPr vert="horz" lIns="91440" tIns="45720" rIns="91440" bIns="45720" anchor="t">
            <a:normAutofit/>
          </a:bodyPr>
          <a:lstStyle/>
          <a:p>
            <a:pPr algn="l"/>
            <a:r>
              <a:rPr lang="ja-JP" altLang="en-US" b="0" i="0">
                <a:solidFill>
                  <a:srgbClr val="292A2E"/>
                </a:solidFill>
                <a:effectLst/>
                <a:latin typeface="Atlassian Sans"/>
              </a:rPr>
              <a:t>当日の持ち物</a:t>
            </a:r>
            <a:endParaRPr lang="en-US" altLang="ja-JP" b="0" i="0" dirty="0">
              <a:solidFill>
                <a:srgbClr val="292A2E"/>
              </a:solidFill>
              <a:effectLst/>
              <a:latin typeface="Atlassian Sans"/>
            </a:endParaRPr>
          </a:p>
          <a:p>
            <a:pPr lvl="1"/>
            <a:r>
              <a:rPr lang="en-US" altLang="ja-JP" dirty="0">
                <a:solidFill>
                  <a:srgbClr val="292A2E"/>
                </a:solidFill>
              </a:rPr>
              <a:t>PC</a:t>
            </a:r>
          </a:p>
          <a:p>
            <a:pPr lvl="1"/>
            <a:r>
              <a:rPr lang="ja-JP" altLang="en-US">
                <a:solidFill>
                  <a:srgbClr val="292A2E"/>
                </a:solidFill>
                <a:latin typeface="Atlassian Sans"/>
              </a:rPr>
              <a:t>社用携帯（カインズメンバー）</a:t>
            </a:r>
            <a:endParaRPr lang="en-US" altLang="ja-JP" dirty="0">
              <a:solidFill>
                <a:srgbClr val="292A2E"/>
              </a:solidFill>
              <a:latin typeface="Atlassian Sans"/>
            </a:endParaRPr>
          </a:p>
          <a:p>
            <a:pPr lvl="1"/>
            <a:r>
              <a:rPr lang="ja-JP" altLang="en-US">
                <a:solidFill>
                  <a:srgbClr val="292A2E"/>
                </a:solidFill>
                <a:latin typeface="Atlassian Sans"/>
              </a:rPr>
              <a:t>フェリカカード（カインズメンバー）</a:t>
            </a:r>
            <a:endParaRPr lang="en-US" altLang="ja-JP" dirty="0">
              <a:solidFill>
                <a:srgbClr val="292A2E"/>
              </a:solidFill>
              <a:latin typeface="Atlassian Sans"/>
            </a:endParaRPr>
          </a:p>
          <a:p>
            <a:pPr lvl="1"/>
            <a:r>
              <a:rPr lang="en-US" altLang="ja-JP" dirty="0" err="1">
                <a:solidFill>
                  <a:srgbClr val="292A2E"/>
                </a:solidFill>
                <a:latin typeface="Atlassian Sans"/>
              </a:rPr>
              <a:t>Wifi</a:t>
            </a:r>
            <a:r>
              <a:rPr lang="ja-JP" altLang="en-US">
                <a:solidFill>
                  <a:srgbClr val="292A2E"/>
                </a:solidFill>
                <a:latin typeface="Atlassian Sans"/>
              </a:rPr>
              <a:t>ルーター（</a:t>
            </a:r>
            <a:r>
              <a:rPr lang="en-US" altLang="ja-JP" dirty="0">
                <a:solidFill>
                  <a:srgbClr val="292A2E"/>
                </a:solidFill>
                <a:latin typeface="Atlassian Sans"/>
              </a:rPr>
              <a:t>TCS</a:t>
            </a:r>
            <a:r>
              <a:rPr lang="ja-JP" altLang="en-US">
                <a:solidFill>
                  <a:srgbClr val="292A2E"/>
                </a:solidFill>
                <a:latin typeface="Atlassian Sans"/>
              </a:rPr>
              <a:t>メンバー）　</a:t>
            </a:r>
            <a:r>
              <a:rPr lang="ja-JP" altLang="en-US" b="0" i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カインズの</a:t>
            </a:r>
            <a:r>
              <a:rPr lang="en" altLang="ja-JP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VPN</a:t>
            </a:r>
            <a:r>
              <a:rPr lang="ja-JP" altLang="en-US" b="0" i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ネットワークが利用できます</a:t>
            </a:r>
            <a:endParaRPr lang="en-US" altLang="ja-JP" dirty="0">
              <a:solidFill>
                <a:srgbClr val="292A2E"/>
              </a:solidFill>
              <a:latin typeface="Atlassian Sans"/>
            </a:endParaRPr>
          </a:p>
          <a:p>
            <a:pPr lvl="1"/>
            <a:r>
              <a:rPr lang="en-US" dirty="0">
                <a:solidFill>
                  <a:srgbClr val="292A2E"/>
                </a:solidFill>
                <a:latin typeface="Arial"/>
                <a:ea typeface="Meiryo"/>
                <a:cs typeface="Arial"/>
              </a:rPr>
              <a:t>2/5</a:t>
            </a:r>
            <a:r>
              <a:rPr lang="ja-JP">
                <a:solidFill>
                  <a:srgbClr val="292A2E"/>
                </a:solidFill>
                <a:latin typeface="Arial"/>
                <a:ea typeface="Meiryo"/>
                <a:cs typeface="Arial"/>
              </a:rPr>
              <a:t>の昼食（各自ご用意ください。昼休みにローソンまで行くことも可能）</a:t>
            </a:r>
            <a:endParaRPr lang="en-US" dirty="0">
              <a:solidFill>
                <a:srgbClr val="000000"/>
              </a:solidFill>
              <a:latin typeface="Arial"/>
              <a:ea typeface="Meiryo"/>
              <a:cs typeface="Arial"/>
            </a:endParaRPr>
          </a:p>
          <a:p>
            <a:pPr lvl="1"/>
            <a:r>
              <a:rPr lang="ja-JP" altLang="en-US">
                <a:solidFill>
                  <a:srgbClr val="292A2E"/>
                </a:solidFill>
                <a:latin typeface="Atlassian Sans"/>
              </a:rPr>
              <a:t>パジャマ等の夜寝る時の服</a:t>
            </a:r>
            <a:endParaRPr lang="en-US" altLang="ja-JP" dirty="0">
              <a:solidFill>
                <a:srgbClr val="292A2E"/>
              </a:solidFill>
              <a:latin typeface="Atlassian Sans"/>
            </a:endParaRPr>
          </a:p>
          <a:p>
            <a:pPr lvl="1"/>
            <a:r>
              <a:rPr lang="ja-JP" altLang="en-US">
                <a:solidFill>
                  <a:srgbClr val="292A2E"/>
                </a:solidFill>
                <a:latin typeface="Atlassian Sans"/>
              </a:rPr>
              <a:t>着替え</a:t>
            </a:r>
            <a:endParaRPr lang="en-US" altLang="ja-JP" dirty="0">
              <a:solidFill>
                <a:srgbClr val="292A2E"/>
              </a:solidFill>
              <a:latin typeface="Atlassian Sans"/>
            </a:endParaRPr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FA8340F3-0875-E718-28AE-6D06161FE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もちもの</a:t>
            </a:r>
            <a:endParaRPr kumimoji="1" lang="ja-JP" altLang="en-US"/>
          </a:p>
        </p:txBody>
      </p:sp>
      <p:sp>
        <p:nvSpPr>
          <p:cNvPr id="4" name="コンテンツ プレースホルダー 1">
            <a:extLst>
              <a:ext uri="{FF2B5EF4-FFF2-40B4-BE49-F238E27FC236}">
                <a16:creationId xmlns:a16="http://schemas.microsoft.com/office/drawing/2014/main" id="{91B20EEA-C2D5-DB77-403F-5C03D142162C}"/>
              </a:ext>
            </a:extLst>
          </p:cNvPr>
          <p:cNvSpPr txBox="1">
            <a:spLocks/>
          </p:cNvSpPr>
          <p:nvPr/>
        </p:nvSpPr>
        <p:spPr>
          <a:xfrm>
            <a:off x="236009" y="4287394"/>
            <a:ext cx="6255102" cy="1172664"/>
          </a:xfrm>
          <a:prstGeom prst="rect">
            <a:avLst/>
          </a:prstGeom>
        </p:spPr>
        <p:txBody>
          <a:bodyPr vert="horz" lIns="91440" tIns="45720" rIns="91440" bIns="45720" anchor="t">
            <a:normAutofit/>
          </a:bodyPr>
          <a:lstStyle>
            <a:lvl1pPr marL="431800" indent="-342900" algn="l" rtl="0" eaLnBrk="1" latinLnBrk="0" hangingPunct="1">
              <a:spcBef>
                <a:spcPts val="70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Char char="n"/>
              <a:defRPr kumimoji="1" sz="2400" kern="12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1pPr>
            <a:lvl2pPr marL="650875" indent="-285750" algn="l" rtl="0" eaLnBrk="1" latinLnBrk="0" hangingPunct="1">
              <a:spcBef>
                <a:spcPts val="550"/>
              </a:spcBef>
              <a:buClrTx/>
              <a:buSzPct val="100000"/>
              <a:buFont typeface="Wingdings" panose="05000000000000000000" pitchFamily="2" charset="2"/>
              <a:buChar char="n"/>
              <a:defRPr kumimoji="1" sz="2000" kern="12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2pPr>
            <a:lvl3pPr marL="911225" indent="-285750" algn="l" rtl="0" eaLnBrk="1" latinLnBrk="0" hangingPunct="1">
              <a:spcBef>
                <a:spcPts val="500"/>
              </a:spcBef>
              <a:buClrTx/>
              <a:buSzPct val="100000"/>
              <a:buFont typeface="Wingdings" panose="05000000000000000000" pitchFamily="2" charset="2"/>
              <a:buChar char="n"/>
              <a:defRPr kumimoji="1" sz="1800" kern="12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3pPr>
            <a:lvl4pPr marL="1163638" indent="-265113" algn="l" rtl="0" eaLnBrk="1" latinLnBrk="0" hangingPunct="1">
              <a:spcBef>
                <a:spcPts val="400"/>
              </a:spcBef>
              <a:buClrTx/>
              <a:buSzPct val="100000"/>
              <a:buFont typeface="Wingdings" panose="05000000000000000000" pitchFamily="2" charset="2"/>
              <a:buChar char="n"/>
              <a:defRPr kumimoji="1" sz="1600" kern="12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4pPr>
            <a:lvl5pPr marL="1435100" indent="-271463" algn="l" rtl="0" eaLnBrk="1" latinLnBrk="0" hangingPunct="1">
              <a:spcBef>
                <a:spcPts val="400"/>
              </a:spcBef>
              <a:buClrTx/>
              <a:buSzPct val="100000"/>
              <a:buFont typeface="Wingdings" panose="05000000000000000000" pitchFamily="2" charset="2"/>
              <a:buChar char="n"/>
              <a:defRPr kumimoji="1" sz="1600" kern="12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1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1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1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1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dirty="0">
                <a:solidFill>
                  <a:srgbClr val="292A2E"/>
                </a:solidFill>
                <a:latin typeface="Atlassian Sans"/>
              </a:rPr>
              <a:t>BCH</a:t>
            </a:r>
            <a:r>
              <a:rPr lang="ja-JP" altLang="en-US">
                <a:solidFill>
                  <a:srgbClr val="292A2E"/>
                </a:solidFill>
                <a:latin typeface="Atlassian Sans"/>
              </a:rPr>
              <a:t>客室備品</a:t>
            </a:r>
            <a:endParaRPr lang="en-US" altLang="ja-JP" dirty="0">
              <a:solidFill>
                <a:srgbClr val="292A2E"/>
              </a:solidFill>
              <a:latin typeface="Atlassian Sans"/>
            </a:endParaRPr>
          </a:p>
          <a:p>
            <a:pPr lvl="1"/>
            <a:r>
              <a:rPr lang="ja-JP" altLang="en-US" b="0" i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シャワー　トイレ、テレビ、タオル、歯磨き、</a:t>
            </a:r>
            <a:br>
              <a:rPr lang="en-US" altLang="ja-JP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</a:br>
            <a:r>
              <a:rPr lang="ja-JP" altLang="en-US" b="0" i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シャンプー、リンス、ドライヤー</a:t>
            </a:r>
            <a:endParaRPr lang="en-US" altLang="ja-JP" dirty="0">
              <a:solidFill>
                <a:srgbClr val="292A2E"/>
              </a:solidFill>
              <a:latin typeface="Atlassian Sans"/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9A8AD5CC-974A-3C26-0452-9BA1B8876F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4594" y="4547453"/>
            <a:ext cx="3225095" cy="1816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2534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08C5F330-7A06-0BDF-F02E-E08FCC768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340" y="731782"/>
            <a:ext cx="11496032" cy="5079358"/>
          </a:xfrm>
        </p:spPr>
        <p:txBody>
          <a:bodyPr vert="horz" lIns="91440" tIns="45720" rIns="91440" bIns="45720" anchor="t">
            <a:normAutofit/>
          </a:bodyPr>
          <a:lstStyle/>
          <a:p>
            <a:pPr algn="l"/>
            <a:r>
              <a:rPr lang="ja-JP" altLang="en-US" sz="1800" b="0" i="0">
                <a:solidFill>
                  <a:srgbClr val="292A2E"/>
                </a:solidFill>
                <a:effectLst/>
                <a:latin typeface="Atlassian Sans"/>
              </a:rPr>
              <a:t>集合（</a:t>
            </a:r>
            <a:r>
              <a:rPr lang="en-US" altLang="ja-JP" sz="1800" b="0" i="0" dirty="0">
                <a:solidFill>
                  <a:srgbClr val="292A2E"/>
                </a:solidFill>
                <a:effectLst/>
                <a:latin typeface="Atlassian Sans"/>
              </a:rPr>
              <a:t>2/5</a:t>
            </a:r>
            <a:r>
              <a:rPr lang="ja-JP" altLang="en-US" sz="1800" b="0" i="0">
                <a:solidFill>
                  <a:srgbClr val="292A2E"/>
                </a:solidFill>
                <a:effectLst/>
                <a:latin typeface="Atlassian Sans"/>
              </a:rPr>
              <a:t>）</a:t>
            </a:r>
            <a:endParaRPr lang="en-US" altLang="ja-JP" sz="1800" b="0" i="0" dirty="0">
              <a:solidFill>
                <a:srgbClr val="292A2E"/>
              </a:solidFill>
              <a:effectLst/>
              <a:latin typeface="Atlassian Sans"/>
            </a:endParaRPr>
          </a:p>
          <a:p>
            <a:pPr lvl="1"/>
            <a:r>
              <a:rPr lang="ja-JP" altLang="en-US" sz="1800">
                <a:solidFill>
                  <a:srgbClr val="292A2E"/>
                </a:solidFill>
                <a:latin typeface="Atlassian Sans"/>
              </a:rPr>
              <a:t>軽井沢駅南口側　</a:t>
            </a:r>
            <a:r>
              <a:rPr lang="en-US" altLang="ja-JP" sz="1800" dirty="0">
                <a:solidFill>
                  <a:srgbClr val="292A2E"/>
                </a:solidFill>
                <a:latin typeface="Atlassian Sans"/>
              </a:rPr>
              <a:t>2F</a:t>
            </a:r>
            <a:r>
              <a:rPr lang="ja-JP" altLang="en-US" sz="1800">
                <a:solidFill>
                  <a:srgbClr val="292A2E"/>
                </a:solidFill>
                <a:latin typeface="Atlassian Sans"/>
              </a:rPr>
              <a:t>エレベーター・階段手前付近</a:t>
            </a:r>
            <a:endParaRPr lang="en-US" altLang="ja-JP" sz="1800" dirty="0">
              <a:solidFill>
                <a:srgbClr val="292A2E"/>
              </a:solidFill>
              <a:latin typeface="Atlassian Sans"/>
            </a:endParaRPr>
          </a:p>
          <a:p>
            <a:pPr lvl="1"/>
            <a:r>
              <a:rPr lang="en-US" altLang="ja-JP" sz="1800" dirty="0">
                <a:solidFill>
                  <a:srgbClr val="292A2E"/>
                </a:solidFill>
                <a:latin typeface="Atlassian Sans"/>
              </a:rPr>
              <a:t>9:10</a:t>
            </a:r>
            <a:r>
              <a:rPr lang="ja-JP" altLang="en-US" sz="1800">
                <a:solidFill>
                  <a:srgbClr val="292A2E"/>
                </a:solidFill>
                <a:latin typeface="Atlassian Sans"/>
              </a:rPr>
              <a:t>集合（</a:t>
            </a:r>
            <a:r>
              <a:rPr lang="en-US" altLang="ja-JP" sz="1800" dirty="0">
                <a:solidFill>
                  <a:srgbClr val="292A2E"/>
                </a:solidFill>
                <a:latin typeface="Atlassian Sans"/>
              </a:rPr>
              <a:t>8:58</a:t>
            </a:r>
            <a:r>
              <a:rPr lang="ja-JP" altLang="en-US" sz="1800">
                <a:solidFill>
                  <a:srgbClr val="292A2E"/>
                </a:solidFill>
                <a:latin typeface="Atlassian Sans"/>
              </a:rPr>
              <a:t>着、もしくはその前の新幹線に乗ってください）</a:t>
            </a:r>
            <a:endParaRPr lang="en-US" altLang="ja-JP" sz="1800" dirty="0">
              <a:solidFill>
                <a:srgbClr val="292A2E"/>
              </a:solidFill>
              <a:latin typeface="Atlassian Sans"/>
            </a:endParaRPr>
          </a:p>
          <a:p>
            <a:pPr lvl="1"/>
            <a:endParaRPr lang="en-US" altLang="ja-JP" sz="1800" b="0" i="0" dirty="0">
              <a:solidFill>
                <a:srgbClr val="292A2E"/>
              </a:solidFill>
              <a:effectLst/>
              <a:latin typeface="Atlassian Sans"/>
            </a:endParaRPr>
          </a:p>
          <a:p>
            <a:pPr lvl="1"/>
            <a:endParaRPr lang="en-US" altLang="ja-JP" sz="1800" b="0" i="0" dirty="0">
              <a:solidFill>
                <a:srgbClr val="292A2E"/>
              </a:solidFill>
              <a:effectLst/>
              <a:latin typeface="Atlassian Sans"/>
            </a:endParaRPr>
          </a:p>
          <a:p>
            <a:pPr lvl="1"/>
            <a:endParaRPr lang="en-US" altLang="ja-JP" sz="1800" b="0" i="0" dirty="0">
              <a:solidFill>
                <a:srgbClr val="292A2E"/>
              </a:solidFill>
              <a:effectLst/>
              <a:latin typeface="Atlassian Sans"/>
            </a:endParaRPr>
          </a:p>
          <a:p>
            <a:pPr marL="365125" lvl="1" indent="0">
              <a:buNone/>
            </a:pPr>
            <a:endParaRPr lang="en-US" altLang="ja-JP" sz="1800" b="0" i="0" dirty="0">
              <a:solidFill>
                <a:srgbClr val="292A2E"/>
              </a:solidFill>
              <a:effectLst/>
              <a:latin typeface="Atlassian Sans"/>
            </a:endParaRPr>
          </a:p>
          <a:p>
            <a:pPr lvl="1"/>
            <a:r>
              <a:rPr lang="ja-JP" altLang="en-US" sz="1800">
                <a:solidFill>
                  <a:srgbClr val="292A2E"/>
                </a:solidFill>
                <a:latin typeface="Atlassian Sans"/>
              </a:rPr>
              <a:t>集合後、</a:t>
            </a:r>
            <a:r>
              <a:rPr lang="en-US" altLang="ja-JP" sz="1800" dirty="0">
                <a:solidFill>
                  <a:srgbClr val="292A2E"/>
                </a:solidFill>
                <a:latin typeface="Atlassian Sans"/>
              </a:rPr>
              <a:t>4</a:t>
            </a:r>
            <a:r>
              <a:rPr lang="ja-JP" altLang="en-US" sz="1800">
                <a:solidFill>
                  <a:srgbClr val="292A2E"/>
                </a:solidFill>
                <a:latin typeface="Atlassian Sans"/>
              </a:rPr>
              <a:t>人１組でタクシーに乗ります</a:t>
            </a:r>
            <a:br>
              <a:rPr lang="en-US" altLang="ja-JP" sz="1800" dirty="0">
                <a:solidFill>
                  <a:srgbClr val="292A2E"/>
                </a:solidFill>
                <a:latin typeface="Atlassian Sans"/>
              </a:rPr>
            </a:br>
            <a:r>
              <a:rPr lang="ja-JP" altLang="en-US" sz="1800">
                <a:solidFill>
                  <a:srgbClr val="292A2E"/>
                </a:solidFill>
                <a:latin typeface="Atlassian Sans"/>
              </a:rPr>
              <a:t>乗り場にタクシーがいない場合は次ページを参考に呼んでください</a:t>
            </a:r>
            <a:endParaRPr lang="en-US" altLang="ja-JP" sz="1800" dirty="0">
              <a:solidFill>
                <a:srgbClr val="292A2E"/>
              </a:solidFill>
              <a:latin typeface="Atlassian Sans"/>
            </a:endParaRPr>
          </a:p>
          <a:p>
            <a:pPr marL="365125" lvl="1" indent="0">
              <a:buNone/>
            </a:pPr>
            <a:r>
              <a:rPr lang="ja-JP" altLang="en-US" sz="1800" b="0" i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タクシー行き先指示　</a:t>
            </a:r>
            <a:br>
              <a:rPr lang="en-US" altLang="ja-JP" sz="18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</a:br>
            <a:r>
              <a:rPr lang="ja-JP" altLang="en-US" sz="1800" b="0" i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「</a:t>
            </a:r>
            <a:r>
              <a:rPr lang="ja-JP" altLang="en-US" sz="1800" i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プリンス通りのベイシアグループクリエイションハブ（旧カインズ軽井沢倶楽部）</a:t>
            </a:r>
            <a:r>
              <a:rPr lang="ja-JP" altLang="en-US" sz="1800" b="0" i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まで」</a:t>
            </a:r>
            <a:endParaRPr lang="en-US" altLang="ja-JP" sz="1800" b="0" i="0" dirty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marL="365125" lvl="1" indent="0">
              <a:buNone/>
            </a:pPr>
            <a:r>
              <a:rPr lang="ja-JP" altLang="en-US" sz="1800" b="0" i="0">
                <a:effectLst/>
                <a:latin typeface="Meiryo UI" panose="020B0604030504040204" pitchFamily="34" charset="-128"/>
                <a:ea typeface="Meiryo UI" panose="020B0604030504040204" pitchFamily="34" charset="-128"/>
              </a:rPr>
              <a:t>　住所：長野県北佐久郡軽井沢町長倉</a:t>
            </a:r>
            <a:r>
              <a:rPr lang="en-US" altLang="ja-JP" sz="1800" b="0" i="0" dirty="0">
                <a:effectLst/>
                <a:latin typeface="Meiryo UI" panose="020B0604030504040204" pitchFamily="34" charset="-128"/>
                <a:ea typeface="Meiryo UI" panose="020B0604030504040204" pitchFamily="34" charset="-128"/>
              </a:rPr>
              <a:t>18-139</a:t>
            </a:r>
            <a:r>
              <a:rPr lang="ja-JP" altLang="en-US" sz="1800" b="0" i="0">
                <a:effectLst/>
                <a:latin typeface="Meiryo UI" panose="020B0604030504040204" pitchFamily="34" charset="-128"/>
                <a:ea typeface="Meiryo UI" panose="020B0604030504040204" pitchFamily="34" charset="-128"/>
              </a:rPr>
              <a:t>　</a:t>
            </a:r>
            <a:endParaRPr lang="en-US" altLang="ja-JP" sz="1800" b="0" i="0" dirty="0">
              <a:effectLst/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365125" lvl="1" indent="0">
              <a:buNone/>
            </a:pPr>
            <a:endParaRPr lang="en-US" altLang="ja-JP" sz="1800" b="0" i="0" dirty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lvl="1"/>
            <a:r>
              <a:rPr lang="en-US" altLang="ja-JP" sz="18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10</a:t>
            </a:r>
            <a:r>
              <a:rPr lang="ja-JP" altLang="en-US" sz="1800" b="0" i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時よりハッカソンを開始します。</a:t>
            </a:r>
            <a:r>
              <a:rPr lang="en-US" altLang="ja-JP" sz="18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9:50</a:t>
            </a:r>
            <a:r>
              <a:rPr lang="ja-JP" altLang="en-US" sz="1800" b="0" i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には</a:t>
            </a:r>
            <a:r>
              <a:rPr lang="en-US" altLang="ja-JP" sz="18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ALFA</a:t>
            </a:r>
            <a:r>
              <a:rPr lang="ja-JP" altLang="en-US" sz="1800" b="0" i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棟に集合してください。</a:t>
            </a:r>
            <a:endParaRPr lang="en-US" altLang="ja-JP" sz="1800" b="0" i="0" dirty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FA8340F3-0875-E718-28AE-6D06161FE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b="0" i="0">
                <a:solidFill>
                  <a:srgbClr val="292A2E"/>
                </a:solidFill>
                <a:effectLst/>
                <a:latin typeface="Atlassian Sans"/>
              </a:rPr>
              <a:t>集合</a:t>
            </a:r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316FE46B-348D-400D-9FC4-3D36F19900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566" y="1881369"/>
            <a:ext cx="5697361" cy="978983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40418D71-FAAC-AA8C-4AFF-6A76EF3874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9506" y="1183411"/>
            <a:ext cx="2832100" cy="2374900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A756CB0D-722F-BD36-93AA-853DC36EE003}"/>
              </a:ext>
            </a:extLst>
          </p:cNvPr>
          <p:cNvSpPr/>
          <p:nvPr/>
        </p:nvSpPr>
        <p:spPr>
          <a:xfrm>
            <a:off x="8636000" y="1524000"/>
            <a:ext cx="372533" cy="40992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847011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FA8340F3-0875-E718-28AE-6D06161FE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b="0" i="0">
                <a:solidFill>
                  <a:srgbClr val="292A2E"/>
                </a:solidFill>
                <a:effectLst/>
                <a:latin typeface="Atlassian Sans"/>
              </a:rPr>
              <a:t>解散</a:t>
            </a:r>
            <a:endParaRPr kumimoji="1" lang="ja-JP" altLang="en-US"/>
          </a:p>
        </p:txBody>
      </p:sp>
      <p:sp>
        <p:nvSpPr>
          <p:cNvPr id="6" name="コンテンツ プレースホルダー 1">
            <a:extLst>
              <a:ext uri="{FF2B5EF4-FFF2-40B4-BE49-F238E27FC236}">
                <a16:creationId xmlns:a16="http://schemas.microsoft.com/office/drawing/2014/main" id="{88E48A5D-5F4A-67C3-48FC-A53BF9371E91}"/>
              </a:ext>
            </a:extLst>
          </p:cNvPr>
          <p:cNvSpPr txBox="1">
            <a:spLocks/>
          </p:cNvSpPr>
          <p:nvPr/>
        </p:nvSpPr>
        <p:spPr>
          <a:xfrm>
            <a:off x="238369" y="736428"/>
            <a:ext cx="11856750" cy="1427816"/>
          </a:xfrm>
          <a:prstGeom prst="rect">
            <a:avLst/>
          </a:prstGeom>
        </p:spPr>
        <p:txBody>
          <a:bodyPr vert="horz" lIns="91440" tIns="45720" rIns="91440" bIns="45720" anchor="t">
            <a:normAutofit/>
          </a:bodyPr>
          <a:lstStyle>
            <a:lvl1pPr marL="431800" indent="-342900" algn="l" rtl="0" eaLnBrk="1" latinLnBrk="0" hangingPunct="1">
              <a:spcBef>
                <a:spcPts val="70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Char char="n"/>
              <a:defRPr kumimoji="1" sz="2400" kern="12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1pPr>
            <a:lvl2pPr marL="650875" indent="-285750" algn="l" rtl="0" eaLnBrk="1" latinLnBrk="0" hangingPunct="1">
              <a:spcBef>
                <a:spcPts val="550"/>
              </a:spcBef>
              <a:buClrTx/>
              <a:buSzPct val="100000"/>
              <a:buFont typeface="Wingdings" panose="05000000000000000000" pitchFamily="2" charset="2"/>
              <a:buChar char="n"/>
              <a:defRPr kumimoji="1" sz="2000" kern="12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2pPr>
            <a:lvl3pPr marL="911225" indent="-285750" algn="l" rtl="0" eaLnBrk="1" latinLnBrk="0" hangingPunct="1">
              <a:spcBef>
                <a:spcPts val="500"/>
              </a:spcBef>
              <a:buClrTx/>
              <a:buSzPct val="100000"/>
              <a:buFont typeface="Wingdings" panose="05000000000000000000" pitchFamily="2" charset="2"/>
              <a:buChar char="n"/>
              <a:defRPr kumimoji="1" sz="1800" kern="12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3pPr>
            <a:lvl4pPr marL="1163638" indent="-265113" algn="l" rtl="0" eaLnBrk="1" latinLnBrk="0" hangingPunct="1">
              <a:spcBef>
                <a:spcPts val="400"/>
              </a:spcBef>
              <a:buClrTx/>
              <a:buSzPct val="100000"/>
              <a:buFont typeface="Wingdings" panose="05000000000000000000" pitchFamily="2" charset="2"/>
              <a:buChar char="n"/>
              <a:defRPr kumimoji="1" sz="1600" kern="12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4pPr>
            <a:lvl5pPr marL="1435100" indent="-271463" algn="l" rtl="0" eaLnBrk="1" latinLnBrk="0" hangingPunct="1">
              <a:spcBef>
                <a:spcPts val="400"/>
              </a:spcBef>
              <a:buClrTx/>
              <a:buSzPct val="100000"/>
              <a:buFont typeface="Wingdings" panose="05000000000000000000" pitchFamily="2" charset="2"/>
              <a:buChar char="n"/>
              <a:defRPr kumimoji="1" sz="1600" kern="12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1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1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1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1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1800">
                <a:solidFill>
                  <a:srgbClr val="292A2E"/>
                </a:solidFill>
                <a:latin typeface="Atlassian Sans"/>
              </a:rPr>
              <a:t>解散（</a:t>
            </a:r>
            <a:r>
              <a:rPr lang="en-US" altLang="ja-JP" sz="1800" dirty="0">
                <a:solidFill>
                  <a:srgbClr val="292A2E"/>
                </a:solidFill>
                <a:latin typeface="Atlassian Sans"/>
              </a:rPr>
              <a:t>2/6</a:t>
            </a:r>
            <a:r>
              <a:rPr lang="ja-JP" altLang="en-US" sz="1800">
                <a:solidFill>
                  <a:srgbClr val="292A2E"/>
                </a:solidFill>
                <a:latin typeface="Atlassian Sans"/>
              </a:rPr>
              <a:t>）</a:t>
            </a:r>
            <a:endParaRPr lang="en-US" altLang="ja-JP" sz="1800" dirty="0">
              <a:solidFill>
                <a:srgbClr val="292A2E"/>
              </a:solidFill>
              <a:latin typeface="Atlassian Sans"/>
            </a:endParaRPr>
          </a:p>
          <a:p>
            <a:pPr lvl="1"/>
            <a:r>
              <a:rPr lang="en-US" altLang="ja-JP" sz="1800" dirty="0">
                <a:solidFill>
                  <a:srgbClr val="292A2E"/>
                </a:solidFill>
                <a:latin typeface="Atlassian Sans"/>
              </a:rPr>
              <a:t>16</a:t>
            </a:r>
            <a:r>
              <a:rPr lang="ja-JP" altLang="en-US" sz="1800">
                <a:solidFill>
                  <a:srgbClr val="292A2E"/>
                </a:solidFill>
                <a:latin typeface="Atlassian Sans"/>
              </a:rPr>
              <a:t>時ごろにクロージングを行い、片付けの後に解散します</a:t>
            </a:r>
            <a:endParaRPr lang="en-US" altLang="ja-JP" sz="1800" dirty="0">
              <a:solidFill>
                <a:srgbClr val="292A2E"/>
              </a:solidFill>
              <a:latin typeface="Atlassian Sans"/>
            </a:endParaRPr>
          </a:p>
          <a:p>
            <a:pPr lvl="1"/>
            <a:r>
              <a:rPr lang="en-US" altLang="ja-JP" sz="1800" dirty="0">
                <a:solidFill>
                  <a:srgbClr val="292A2E"/>
                </a:solidFill>
                <a:latin typeface="Atlassian Sans"/>
              </a:rPr>
              <a:t>4</a:t>
            </a:r>
            <a:r>
              <a:rPr lang="ja-JP" altLang="en-US" sz="1800">
                <a:solidFill>
                  <a:srgbClr val="292A2E"/>
                </a:solidFill>
                <a:latin typeface="Atlassian Sans"/>
              </a:rPr>
              <a:t>名１組でタクシーで駅に向かいます</a:t>
            </a:r>
            <a:endParaRPr lang="en-US" altLang="ja-JP" sz="1800" dirty="0">
              <a:solidFill>
                <a:srgbClr val="292A2E"/>
              </a:solidFill>
              <a:latin typeface="Atlassian Sans"/>
            </a:endParaRPr>
          </a:p>
          <a:p>
            <a:pPr lvl="1"/>
            <a:r>
              <a:rPr lang="ja-JP" altLang="en-US" sz="1800">
                <a:solidFill>
                  <a:srgbClr val="292A2E"/>
                </a:solidFill>
                <a:latin typeface="Atlassian Sans"/>
                <a:ea typeface="Meiryo"/>
              </a:rPr>
              <a:t>各自新幹線を調べてご帰宅ください。</a:t>
            </a:r>
            <a:endParaRPr lang="en-US" altLang="ja-JP" sz="1800" dirty="0">
              <a:solidFill>
                <a:srgbClr val="292A2E"/>
              </a:solidFill>
              <a:latin typeface="Atlassian Sans"/>
              <a:ea typeface="Meiryo"/>
            </a:endParaRPr>
          </a:p>
          <a:p>
            <a:pPr marL="365125" lvl="1" indent="0">
              <a:buNone/>
            </a:pPr>
            <a:endParaRPr lang="ja-JP" altLang="en-US" sz="1600">
              <a:solidFill>
                <a:srgbClr val="292A2E"/>
              </a:solidFill>
              <a:latin typeface="Atlassian Sans"/>
            </a:endParaRPr>
          </a:p>
        </p:txBody>
      </p:sp>
      <p:sp>
        <p:nvSpPr>
          <p:cNvPr id="9" name="コンテンツ プレースホルダー 1">
            <a:extLst>
              <a:ext uri="{FF2B5EF4-FFF2-40B4-BE49-F238E27FC236}">
                <a16:creationId xmlns:a16="http://schemas.microsoft.com/office/drawing/2014/main" id="{E138FC3C-2C6D-607D-BF05-B9FBAC3E2DF3}"/>
              </a:ext>
            </a:extLst>
          </p:cNvPr>
          <p:cNvSpPr txBox="1">
            <a:spLocks/>
          </p:cNvSpPr>
          <p:nvPr/>
        </p:nvSpPr>
        <p:spPr>
          <a:xfrm>
            <a:off x="1285429" y="2182338"/>
            <a:ext cx="9269713" cy="355372"/>
          </a:xfrm>
          <a:prstGeom prst="rect">
            <a:avLst/>
          </a:prstGeom>
        </p:spPr>
        <p:txBody>
          <a:bodyPr vert="horz" lIns="91440" tIns="45720" rIns="91440" bIns="45720" anchor="t">
            <a:normAutofit lnSpcReduction="10000"/>
          </a:bodyPr>
          <a:lstStyle>
            <a:lvl1pPr marL="431800" indent="-342900" algn="l" rtl="0" eaLnBrk="1" latinLnBrk="0" hangingPunct="1">
              <a:spcBef>
                <a:spcPts val="70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Char char="n"/>
              <a:defRPr kumimoji="1" sz="2400" kern="12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1pPr>
            <a:lvl2pPr marL="650875" indent="-285750" algn="l" rtl="0" eaLnBrk="1" latinLnBrk="0" hangingPunct="1">
              <a:spcBef>
                <a:spcPts val="550"/>
              </a:spcBef>
              <a:buClrTx/>
              <a:buSzPct val="100000"/>
              <a:buFont typeface="Wingdings" panose="05000000000000000000" pitchFamily="2" charset="2"/>
              <a:buChar char="n"/>
              <a:defRPr kumimoji="1" sz="2000" kern="12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2pPr>
            <a:lvl3pPr marL="911225" indent="-285750" algn="l" rtl="0" eaLnBrk="1" latinLnBrk="0" hangingPunct="1">
              <a:spcBef>
                <a:spcPts val="500"/>
              </a:spcBef>
              <a:buClrTx/>
              <a:buSzPct val="100000"/>
              <a:buFont typeface="Wingdings" panose="05000000000000000000" pitchFamily="2" charset="2"/>
              <a:buChar char="n"/>
              <a:defRPr kumimoji="1" sz="1800" kern="12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3pPr>
            <a:lvl4pPr marL="1163638" indent="-265113" algn="l" rtl="0" eaLnBrk="1" latinLnBrk="0" hangingPunct="1">
              <a:spcBef>
                <a:spcPts val="400"/>
              </a:spcBef>
              <a:buClrTx/>
              <a:buSzPct val="100000"/>
              <a:buFont typeface="Wingdings" panose="05000000000000000000" pitchFamily="2" charset="2"/>
              <a:buChar char="n"/>
              <a:defRPr kumimoji="1" sz="1600" kern="12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4pPr>
            <a:lvl5pPr marL="1435100" indent="-271463" algn="l" rtl="0" eaLnBrk="1" latinLnBrk="0" hangingPunct="1">
              <a:spcBef>
                <a:spcPts val="400"/>
              </a:spcBef>
              <a:buClrTx/>
              <a:buSzPct val="100000"/>
              <a:buFont typeface="Wingdings" panose="05000000000000000000" pitchFamily="2" charset="2"/>
              <a:buChar char="n"/>
              <a:defRPr kumimoji="1" sz="1600" kern="12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1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1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1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1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8900" indent="0">
              <a:buNone/>
            </a:pPr>
            <a:r>
              <a:rPr lang="ja-JP" altLang="en-US" sz="1800">
                <a:solidFill>
                  <a:srgbClr val="292A2E"/>
                </a:solidFill>
                <a:latin typeface="Atlassian Sans"/>
                <a:ea typeface="Meiryo"/>
              </a:rPr>
              <a:t>※タクシーの支払いを行った方は領収書を受け取り、後日経費精算をしてください</a:t>
            </a:r>
            <a:endParaRPr lang="ja-JP" altLang="en-US" sz="1800" dirty="0">
              <a:solidFill>
                <a:srgbClr val="292A2E"/>
              </a:solidFill>
              <a:latin typeface="Atlassian Sans"/>
              <a:ea typeface="Meiryo"/>
            </a:endParaRPr>
          </a:p>
          <a:p>
            <a:pPr marL="365125" lvl="1" indent="0">
              <a:buNone/>
            </a:pPr>
            <a:endParaRPr lang="ja-JP" altLang="en-US" sz="1600">
              <a:solidFill>
                <a:srgbClr val="292A2E"/>
              </a:solidFill>
              <a:latin typeface="Atlassian Sans"/>
            </a:endParaRPr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6439C251-FF91-B5E9-B2B3-9C903B4E3C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693" y="2783093"/>
            <a:ext cx="6986900" cy="3597510"/>
          </a:xfrm>
          <a:prstGeom prst="rect">
            <a:avLst/>
          </a:prstGeom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601B84ED-705C-93FE-F6C5-CA322B40ADD7}"/>
              </a:ext>
            </a:extLst>
          </p:cNvPr>
          <p:cNvSpPr txBox="1"/>
          <p:nvPr/>
        </p:nvSpPr>
        <p:spPr>
          <a:xfrm>
            <a:off x="8588524" y="5111305"/>
            <a:ext cx="28712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Go</a:t>
            </a:r>
            <a:r>
              <a:rPr kumimoji="1"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アプリも使えるとの情報あり</a:t>
            </a:r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82091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08C5F330-7A06-0BDF-F02E-E08FCC768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339" y="731781"/>
            <a:ext cx="11901905" cy="5646441"/>
          </a:xfrm>
        </p:spPr>
        <p:txBody>
          <a:bodyPr vert="horz" lIns="91440" tIns="45720" rIns="91440" bIns="45720" anchor="t">
            <a:normAutofit lnSpcReduction="10000"/>
          </a:bodyPr>
          <a:lstStyle/>
          <a:p>
            <a:pPr algn="l">
              <a:lnSpc>
                <a:spcPct val="120000"/>
              </a:lnSpc>
            </a:pPr>
            <a:r>
              <a:rPr lang="ja-JP" altLang="en-US" sz="1800" b="0" i="0">
                <a:solidFill>
                  <a:srgbClr val="292A2E"/>
                </a:solidFill>
                <a:effectLst/>
                <a:latin typeface="Atlassian Sans"/>
              </a:rPr>
              <a:t>食事について</a:t>
            </a:r>
            <a:endParaRPr lang="en-US" altLang="ja-JP" sz="1800" b="0" i="0" dirty="0">
              <a:solidFill>
                <a:srgbClr val="292A2E"/>
              </a:solidFill>
              <a:effectLst/>
              <a:latin typeface="Atlassian Sans"/>
            </a:endParaRPr>
          </a:p>
          <a:p>
            <a:pPr lvl="1">
              <a:lnSpc>
                <a:spcPct val="120000"/>
              </a:lnSpc>
            </a:pPr>
            <a:r>
              <a:rPr lang="en-US" altLang="ja-JP" sz="1800" dirty="0">
                <a:solidFill>
                  <a:srgbClr val="292A2E"/>
                </a:solidFill>
                <a:latin typeface="Atlassian Sans"/>
              </a:rPr>
              <a:t>2/5</a:t>
            </a:r>
          </a:p>
          <a:p>
            <a:pPr lvl="2">
              <a:lnSpc>
                <a:spcPct val="120000"/>
              </a:lnSpc>
            </a:pPr>
            <a:r>
              <a:rPr lang="ja-JP" altLang="en-US">
                <a:solidFill>
                  <a:srgbClr val="292A2E"/>
                </a:solidFill>
                <a:latin typeface="Atlassian Sans"/>
              </a:rPr>
              <a:t>昼食：持参もしくは各自購入ください</a:t>
            </a:r>
            <a:endParaRPr lang="en-US" altLang="ja-JP" dirty="0">
              <a:solidFill>
                <a:srgbClr val="292A2E"/>
              </a:solidFill>
              <a:latin typeface="Atlassian Sans"/>
            </a:endParaRPr>
          </a:p>
          <a:p>
            <a:pPr lvl="2">
              <a:lnSpc>
                <a:spcPct val="120000"/>
              </a:lnSpc>
            </a:pPr>
            <a:r>
              <a:rPr lang="ja-JP" altLang="en-US">
                <a:solidFill>
                  <a:srgbClr val="292A2E"/>
                </a:solidFill>
                <a:latin typeface="Atlassian Sans"/>
                <a:ea typeface="Meiryo"/>
              </a:rPr>
              <a:t>夕食：会社支給</a:t>
            </a:r>
            <a:br>
              <a:rPr lang="en-US" altLang="ja-JP" dirty="0">
                <a:latin typeface="Atlassian Sans"/>
              </a:rPr>
            </a:br>
            <a:r>
              <a:rPr lang="en-US" altLang="ja-JP" dirty="0">
                <a:solidFill>
                  <a:srgbClr val="292A2E"/>
                </a:solidFill>
                <a:latin typeface="Atlassian Sans"/>
                <a:ea typeface="Meiryo"/>
              </a:rPr>
              <a:t>BCH</a:t>
            </a:r>
            <a:r>
              <a:rPr lang="ja-JP" altLang="en-US">
                <a:solidFill>
                  <a:srgbClr val="292A2E"/>
                </a:solidFill>
                <a:latin typeface="Atlassian Sans"/>
                <a:ea typeface="Meiryo"/>
              </a:rPr>
              <a:t>にて交流会を予定しています。</a:t>
            </a:r>
            <a:br>
              <a:rPr lang="en-US" altLang="ja-JP" dirty="0">
                <a:latin typeface="Atlassian Sans"/>
              </a:rPr>
            </a:br>
            <a:r>
              <a:rPr lang="ja-JP" altLang="en-US">
                <a:solidFill>
                  <a:srgbClr val="292A2E"/>
                </a:solidFill>
                <a:latin typeface="Atlassian Sans"/>
                <a:ea typeface="Meiryo"/>
              </a:rPr>
              <a:t>飲み物、オードブルは手配していますが、不足分の買い出し等協力ください。</a:t>
            </a:r>
            <a:endParaRPr lang="en-US" altLang="ja-JP" dirty="0">
              <a:solidFill>
                <a:srgbClr val="292A2E"/>
              </a:solidFill>
              <a:latin typeface="Atlassian Sans"/>
              <a:ea typeface="Meiryo"/>
            </a:endParaRPr>
          </a:p>
          <a:p>
            <a:pPr lvl="1">
              <a:lnSpc>
                <a:spcPct val="120000"/>
              </a:lnSpc>
            </a:pPr>
            <a:r>
              <a:rPr lang="en-US" altLang="ja-JP" sz="1800" dirty="0">
                <a:solidFill>
                  <a:srgbClr val="292A2E"/>
                </a:solidFill>
                <a:latin typeface="Atlassian Sans"/>
              </a:rPr>
              <a:t>2/6</a:t>
            </a:r>
          </a:p>
          <a:p>
            <a:pPr lvl="2">
              <a:lnSpc>
                <a:spcPct val="120000"/>
              </a:lnSpc>
            </a:pPr>
            <a:r>
              <a:rPr lang="ja-JP" altLang="en-US">
                <a:solidFill>
                  <a:srgbClr val="292A2E"/>
                </a:solidFill>
                <a:latin typeface="Atlassian Sans"/>
              </a:rPr>
              <a:t>朝食：会社支給</a:t>
            </a:r>
            <a:br>
              <a:rPr lang="en-US" altLang="ja-JP" dirty="0">
                <a:solidFill>
                  <a:srgbClr val="292A2E"/>
                </a:solidFill>
                <a:latin typeface="Atlassian Sans"/>
              </a:rPr>
            </a:br>
            <a:r>
              <a:rPr lang="ja-JP" altLang="en-US">
                <a:solidFill>
                  <a:srgbClr val="292A2E"/>
                </a:solidFill>
                <a:latin typeface="Atlassian Sans"/>
              </a:rPr>
              <a:t>代表者でコンビニに買い出しに行きます。ご協力ください。</a:t>
            </a:r>
            <a:endParaRPr lang="en-US" altLang="ja-JP" dirty="0">
              <a:solidFill>
                <a:srgbClr val="292A2E"/>
              </a:solidFill>
              <a:latin typeface="Atlassian Sans"/>
            </a:endParaRPr>
          </a:p>
          <a:p>
            <a:pPr lvl="2">
              <a:lnSpc>
                <a:spcPct val="120000"/>
              </a:lnSpc>
            </a:pPr>
            <a:r>
              <a:rPr lang="ja-JP" altLang="en-US">
                <a:solidFill>
                  <a:srgbClr val="292A2E"/>
                </a:solidFill>
                <a:latin typeface="Atlassian Sans"/>
              </a:rPr>
              <a:t>昼食：会社支給</a:t>
            </a:r>
            <a:endParaRPr lang="en-US" altLang="ja-JP" dirty="0">
              <a:solidFill>
                <a:srgbClr val="292A2E"/>
              </a:solidFill>
              <a:latin typeface="Atlassian Sans"/>
            </a:endParaRPr>
          </a:p>
          <a:p>
            <a:pPr lvl="3">
              <a:lnSpc>
                <a:spcPct val="120000"/>
              </a:lnSpc>
            </a:pPr>
            <a:r>
              <a:rPr lang="ja-JP" altLang="en-US" sz="1800">
                <a:solidFill>
                  <a:srgbClr val="292A2E"/>
                </a:solidFill>
                <a:latin typeface="Atlassian Sans"/>
              </a:rPr>
              <a:t>弁当を手配しています。</a:t>
            </a:r>
            <a:endParaRPr lang="en-US" altLang="ja-JP" sz="1800" dirty="0">
              <a:solidFill>
                <a:srgbClr val="292A2E"/>
              </a:solidFill>
              <a:latin typeface="Atlassian Sans"/>
            </a:endParaRPr>
          </a:p>
          <a:p>
            <a:pPr>
              <a:lnSpc>
                <a:spcPct val="120000"/>
              </a:lnSpc>
            </a:pPr>
            <a:r>
              <a:rPr lang="ja-JP" altLang="en-US" sz="1800">
                <a:solidFill>
                  <a:srgbClr val="292A2E"/>
                </a:solidFill>
                <a:latin typeface="Atlassian Sans"/>
              </a:rPr>
              <a:t>緊急時</a:t>
            </a:r>
            <a:endParaRPr lang="en-US" altLang="ja-JP" sz="1800" dirty="0">
              <a:solidFill>
                <a:srgbClr val="292A2E"/>
              </a:solidFill>
              <a:latin typeface="Atlassian Sans"/>
            </a:endParaRPr>
          </a:p>
          <a:p>
            <a:pPr lvl="1">
              <a:lnSpc>
                <a:spcPct val="120000"/>
              </a:lnSpc>
            </a:pPr>
            <a:r>
              <a:rPr lang="ja-JP" altLang="en-US" sz="1800">
                <a:solidFill>
                  <a:srgbClr val="292A2E"/>
                </a:solidFill>
                <a:latin typeface="Atlassian Sans"/>
              </a:rPr>
              <a:t>体調不良等で行けなくなった場合、すぐにご連絡ください（ホテル・食事のキャンセルは前日まで対応が可能）</a:t>
            </a:r>
            <a:endParaRPr lang="en-US" altLang="ja-JP" sz="1800" dirty="0">
              <a:solidFill>
                <a:srgbClr val="292A2E"/>
              </a:solidFill>
              <a:latin typeface="Atlassian Sans"/>
            </a:endParaRPr>
          </a:p>
          <a:p>
            <a:pPr lvl="1">
              <a:lnSpc>
                <a:spcPct val="120000"/>
              </a:lnSpc>
            </a:pPr>
            <a:r>
              <a:rPr lang="ja-JP" altLang="en-US" sz="1800">
                <a:solidFill>
                  <a:srgbClr val="292A2E"/>
                </a:solidFill>
                <a:latin typeface="Atlassian Sans"/>
              </a:rPr>
              <a:t>当日の欠席、遅刻は作成済みのチャット「</a:t>
            </a:r>
            <a:r>
              <a:rPr lang="en-US" altLang="ja-JP" sz="1600" dirty="0">
                <a:hlinkClick r:id="rId2"/>
              </a:rPr>
              <a:t>70.</a:t>
            </a:r>
            <a:r>
              <a:rPr lang="ja-JP" altLang="en-US" sz="1600">
                <a:hlinkClick r:id="rId2"/>
              </a:rPr>
              <a:t>ハッカソン</a:t>
            </a:r>
            <a:r>
              <a:rPr lang="en-US" altLang="ja-JP" sz="1600" dirty="0">
                <a:hlinkClick r:id="rId2"/>
              </a:rPr>
              <a:t>202602 | </a:t>
            </a:r>
            <a:r>
              <a:rPr lang="en" altLang="ja-JP" sz="1600" dirty="0">
                <a:hlinkClick r:id="rId2"/>
              </a:rPr>
              <a:t>CSP</a:t>
            </a:r>
            <a:r>
              <a:rPr lang="ja-JP" altLang="en-US" sz="1600">
                <a:hlinkClick r:id="rId2"/>
              </a:rPr>
              <a:t>部＆</a:t>
            </a:r>
            <a:r>
              <a:rPr lang="en" altLang="ja-JP" sz="1600" dirty="0">
                <a:hlinkClick r:id="rId2"/>
              </a:rPr>
              <a:t>CS</a:t>
            </a:r>
            <a:r>
              <a:rPr lang="ja-JP" altLang="en-US" sz="1600">
                <a:hlinkClick r:id="rId2"/>
              </a:rPr>
              <a:t>部 </a:t>
            </a:r>
            <a:r>
              <a:rPr lang="en-US" altLang="ja-JP" sz="1600" dirty="0">
                <a:hlinkClick r:id="rId2"/>
              </a:rPr>
              <a:t>| </a:t>
            </a:r>
            <a:r>
              <a:rPr lang="en" altLang="ja-JP" sz="1600" dirty="0">
                <a:hlinkClick r:id="rId2"/>
              </a:rPr>
              <a:t>Microsoft Teams</a:t>
            </a:r>
            <a:r>
              <a:rPr lang="ja-JP" altLang="en-US" sz="1800">
                <a:solidFill>
                  <a:srgbClr val="292A2E"/>
                </a:solidFill>
                <a:latin typeface="Atlassian Sans"/>
              </a:rPr>
              <a:t>」にて稲垣、崎濱にメンションを入れて連絡ください</a:t>
            </a:r>
            <a:endParaRPr lang="en-US" altLang="ja-JP" sz="2200" dirty="0">
              <a:solidFill>
                <a:srgbClr val="292A2E"/>
              </a:solidFill>
              <a:latin typeface="Atlassian Sans"/>
            </a:endParaRPr>
          </a:p>
          <a:p>
            <a:pPr lvl="3">
              <a:lnSpc>
                <a:spcPct val="120000"/>
              </a:lnSpc>
            </a:pPr>
            <a:endParaRPr lang="en-US" altLang="ja-JP" sz="2200" dirty="0">
              <a:solidFill>
                <a:srgbClr val="292A2E"/>
              </a:solidFill>
              <a:latin typeface="Atlassian Sans"/>
            </a:endParaRPr>
          </a:p>
          <a:p>
            <a:pPr lvl="3">
              <a:lnSpc>
                <a:spcPct val="120000"/>
              </a:lnSpc>
            </a:pPr>
            <a:endParaRPr lang="en-US" altLang="ja-JP" sz="2200" dirty="0">
              <a:solidFill>
                <a:srgbClr val="292A2E"/>
              </a:solidFill>
              <a:latin typeface="Atlassian Sans"/>
            </a:endParaRPr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FA8340F3-0875-E718-28AE-6D06161FE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その他</a:t>
            </a:r>
          </a:p>
        </p:txBody>
      </p:sp>
    </p:spTree>
    <p:extLst>
      <p:ext uri="{BB962C8B-B14F-4D97-AF65-F5344CB8AC3E}">
        <p14:creationId xmlns:p14="http://schemas.microsoft.com/office/powerpoint/2010/main" val="14998354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08C5F330-7A06-0BDF-F02E-E08FCC768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980" y="1804225"/>
            <a:ext cx="11868039" cy="3795063"/>
          </a:xfrm>
        </p:spPr>
        <p:txBody>
          <a:bodyPr vert="horz" lIns="91440" tIns="45720" rIns="91440" bIns="45720" anchor="t">
            <a:normAutofit/>
          </a:bodyPr>
          <a:lstStyle/>
          <a:p>
            <a:pPr marL="898525" lvl="3" indent="0" algn="ctr">
              <a:lnSpc>
                <a:spcPct val="120000"/>
              </a:lnSpc>
              <a:buNone/>
            </a:pPr>
            <a:r>
              <a:rPr lang="en-US" altLang="ja-JP" sz="2400" dirty="0">
                <a:solidFill>
                  <a:srgbClr val="292A2E"/>
                </a:solidFill>
                <a:latin typeface="Atlassian Sans"/>
              </a:rPr>
              <a:t>BCH</a:t>
            </a:r>
            <a:r>
              <a:rPr lang="ja-JP" altLang="en-US" sz="2400">
                <a:solidFill>
                  <a:srgbClr val="292A2E"/>
                </a:solidFill>
                <a:latin typeface="Atlassian Sans"/>
              </a:rPr>
              <a:t>の公開予約が始まったばかりでノウハウが少ないため、</a:t>
            </a:r>
            <a:endParaRPr lang="en-US" altLang="ja-JP" sz="2400" dirty="0">
              <a:solidFill>
                <a:srgbClr val="292A2E"/>
              </a:solidFill>
              <a:latin typeface="Atlassian Sans"/>
            </a:endParaRPr>
          </a:p>
          <a:p>
            <a:pPr marL="898525" lvl="3" indent="0" algn="ctr">
              <a:lnSpc>
                <a:spcPct val="120000"/>
              </a:lnSpc>
              <a:buNone/>
            </a:pPr>
            <a:r>
              <a:rPr lang="ja-JP" altLang="en-US" sz="2400">
                <a:solidFill>
                  <a:srgbClr val="292A2E"/>
                </a:solidFill>
                <a:latin typeface="Atlassian Sans"/>
              </a:rPr>
              <a:t>当日は確認しながら臨機応変に対応していければと思います。</a:t>
            </a:r>
            <a:endParaRPr lang="en-US" altLang="ja-JP" sz="2400" dirty="0">
              <a:solidFill>
                <a:srgbClr val="292A2E"/>
              </a:solidFill>
              <a:latin typeface="Atlassian Sans"/>
            </a:endParaRPr>
          </a:p>
          <a:p>
            <a:pPr marL="898525" lvl="3" indent="0" algn="ctr">
              <a:lnSpc>
                <a:spcPct val="120000"/>
              </a:lnSpc>
              <a:buNone/>
            </a:pPr>
            <a:endParaRPr lang="en-US" altLang="ja-JP" sz="2400" dirty="0">
              <a:solidFill>
                <a:srgbClr val="292A2E"/>
              </a:solidFill>
              <a:latin typeface="Atlassian Sans"/>
            </a:endParaRPr>
          </a:p>
          <a:p>
            <a:pPr marL="898525" lvl="3" indent="0" algn="ctr">
              <a:lnSpc>
                <a:spcPct val="120000"/>
              </a:lnSpc>
              <a:buNone/>
            </a:pPr>
            <a:r>
              <a:rPr lang="ja-JP" altLang="en-US" sz="2400">
                <a:solidFill>
                  <a:srgbClr val="292A2E"/>
                </a:solidFill>
                <a:latin typeface="Atlassian Sans"/>
              </a:rPr>
              <a:t>ご協力をお願いします。</a:t>
            </a:r>
            <a:endParaRPr lang="en-US" altLang="ja-JP" sz="2400" dirty="0">
              <a:solidFill>
                <a:srgbClr val="292A2E"/>
              </a:solidFill>
              <a:latin typeface="Atlassian Sans"/>
            </a:endParaRPr>
          </a:p>
        </p:txBody>
      </p:sp>
    </p:spTree>
    <p:extLst>
      <p:ext uri="{BB962C8B-B14F-4D97-AF65-F5344CB8AC3E}">
        <p14:creationId xmlns:p14="http://schemas.microsoft.com/office/powerpoint/2010/main" val="39602388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295946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roject C+">
  <a:themeElements>
    <a:clrScheme name="ユーザー定義 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6600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ユーザー定義 1">
      <a:majorFont>
        <a:latin typeface="Corbel"/>
        <a:ea typeface="Meiryo UI"/>
        <a:cs typeface=""/>
      </a:majorFont>
      <a:minorFont>
        <a:latin typeface="Corbel"/>
        <a:ea typeface="Meiryo UI"/>
        <a:cs typeface=""/>
      </a:minorFont>
    </a:fontScheme>
    <a:fmtScheme name="デザート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>
    <a:spDef>
      <a:spPr>
        <a:solidFill>
          <a:schemeClr val="tx1"/>
        </a:solidFill>
      </a:spPr>
      <a:bodyPr rtlCol="0" anchor="ctr"/>
      <a:lstStyle>
        <a:defPPr algn="ctr">
          <a:defRPr kumimoji="1" smtClean="0">
            <a:solidFill>
              <a:schemeClr val="bg1"/>
            </a:solidFill>
            <a:latin typeface="Meiryo" panose="020B0604030504040204" pitchFamily="34" charset="-128"/>
            <a:ea typeface="Meiryo" panose="020B0604030504040204" pitchFamily="34" charset="-128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defRPr kumimoji="1" dirty="0" smtClean="0">
            <a:latin typeface="Meiryo UI" panose="020B0604030504040204" pitchFamily="50" charset="-128"/>
            <a:ea typeface="Meiryo UI" panose="020B0604030504040204" pitchFamily="50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CAINZ_Wide2023" id="{470DAB82-FC4C-9342-B4BA-9FC4FB51F8E4}" vid="{C1BB69AD-DF2D-134D-B640-EE4DDDACA7E8}"/>
    </a:ext>
  </a:extLst>
</a:theme>
</file>

<file path=ppt/theme/theme2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5D48275F4CC91140B03611D9BE3A9B97" ma:contentTypeVersion="0" ma:contentTypeDescription="新しいドキュメントを作成します。" ma:contentTypeScope="" ma:versionID="7b44fa036e88c6b214f06505b684831b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6c38935099b38ac062afce482e4313b9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002C5B3-F147-4016-8AE4-63086FEC93EB}">
  <ds:schemaRefs>
    <ds:schemaRef ds:uri="60906cb7-3019-438e-8e0e-95c97f0ccdf2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4365833d-c6a4-458c-897a-f4d51507b7fa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B71BA38F-62DF-4DC9-A0DF-96860A7A9596}"/>
</file>

<file path=customXml/itemProps3.xml><?xml version="1.0" encoding="utf-8"?>
<ds:datastoreItem xmlns:ds="http://schemas.openxmlformats.org/officeDocument/2006/customXml" ds:itemID="{844FC9AD-2A69-42DE-8981-338A8BCC2FF6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ef8bb85c-5beb-44a9-b8c3-74d07de742b2}" enabled="0" method="" siteId="{ef8bb85c-5beb-44a9-b8c3-74d07de742b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Project C+</Template>
  <TotalTime>2955</TotalTime>
  <Words>529</Words>
  <Application>Microsoft Macintosh PowerPoint</Application>
  <PresentationFormat>ワイド画面</PresentationFormat>
  <Paragraphs>64</Paragraphs>
  <Slides>8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9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8" baseType="lpstr">
      <vt:lpstr>Atlassian Sans</vt:lpstr>
      <vt:lpstr>Meiryo UI</vt:lpstr>
      <vt:lpstr>Meiryo</vt:lpstr>
      <vt:lpstr>游ゴシック</vt:lpstr>
      <vt:lpstr>Arial</vt:lpstr>
      <vt:lpstr>Calibri</vt:lpstr>
      <vt:lpstr>Corbel</vt:lpstr>
      <vt:lpstr>Segoe UI</vt:lpstr>
      <vt:lpstr>Wingdings</vt:lpstr>
      <vt:lpstr>Project C+</vt:lpstr>
      <vt:lpstr>ハッカソンのしおり 　2026年2/5(木)、2/6(金) 　　担当：稲垣、崎濱</vt:lpstr>
      <vt:lpstr>BCH（ベイシアグループ　軽井沢クリエイションハブ）について</vt:lpstr>
      <vt:lpstr>もちもの</vt:lpstr>
      <vt:lpstr>集合</vt:lpstr>
      <vt:lpstr>解散</vt:lpstr>
      <vt:lpstr>その他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田中 巳義 システム開発 コーポレートソリューション部　CH</dc:creator>
  <cp:lastModifiedBy>崎濱 美希子 システム開発統括部 コーポレートソリューション部 コーポレートオペレーションG　CH</cp:lastModifiedBy>
  <cp:revision>71</cp:revision>
  <dcterms:created xsi:type="dcterms:W3CDTF">2023-02-22T07:22:31Z</dcterms:created>
  <dcterms:modified xsi:type="dcterms:W3CDTF">2026-01-29T07:56:04Z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0x0101005D48275F4CC91140B03611D9BE3A9B97</vt:lpwstr>
  </property>
  <property fmtid="{D5CDD505-2E9C-101B-9397-08002B2CF9AE}" pid="3" name="Order">
    <vt:r8>97500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ComplianceAssetId">
    <vt:lpwstr/>
  </property>
  <property fmtid="{D5CDD505-2E9C-101B-9397-08002B2CF9AE}" pid="7" name="TemplateUrl">
    <vt:lpwstr/>
  </property>
  <property fmtid="{D5CDD505-2E9C-101B-9397-08002B2CF9AE}" pid="8" name="_ExtendedDescription">
    <vt:lpwstr/>
  </property>
  <property fmtid="{D5CDD505-2E9C-101B-9397-08002B2CF9AE}" pid="9" name="TriggerFlowInfo">
    <vt:lpwstr/>
  </property>
  <property fmtid="{D5CDD505-2E9C-101B-9397-08002B2CF9AE}" pid="10" name="MediaServiceImageTags">
    <vt:lpwstr/>
  </property>
</Properties>
</file>